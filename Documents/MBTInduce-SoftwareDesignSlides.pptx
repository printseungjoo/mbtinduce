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9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3da7d7084d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5" name="Google Shape;615;g3da7d7084d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g3da7d7084d5_0_6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5" name="Google Shape;625;g3da7d7084d5_0_6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g3da7d7084d5_0_6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0" name="Google Shape;640;g3da7d7084d5_0_6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3da8299bdb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3da8299bdb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g3da8299bdba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7" name="Google Shape;667;g3da8299bdba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g3da8299bdba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3" name="Google Shape;673;g3da8299bdba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g3da8299bdba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9" name="Google Shape;679;g3da8299bdba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g3e69dbb051f_1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6" name="Google Shape;686;g3e69dbb051f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g3e69dbb051f_1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3" name="Google Shape;693;g3e69dbb051f_1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g3da7d7084d5_0_7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7" name="Google Shape;717;g3da7d7084d5_0_7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g3da7d7084d5_0_7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3" name="Google Shape;723;g3da7d7084d5_0_7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g3da7d7084d5_0_7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7" name="Google Shape;747;g3da7d7084d5_0_7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Background">
  <p:cSld name="CUSTOM">
    <p:bg>
      <p:bgPr>
        <a:solidFill>
          <a:schemeClr val="dk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cxnSp>
        <p:nvCxnSpPr>
          <p:cNvPr id="11" name="Google Shape;11;p2"/>
          <p:cNvCxnSpPr/>
          <p:nvPr/>
        </p:nvCxnSpPr>
        <p:spPr>
          <a:xfrm rot="10800000">
            <a:off x="593700" y="3671900"/>
            <a:ext cx="794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" name="Google Shape;12;p2"/>
          <p:cNvSpPr txBox="1"/>
          <p:nvPr>
            <p:ph type="title"/>
          </p:nvPr>
        </p:nvSpPr>
        <p:spPr>
          <a:xfrm>
            <a:off x="593175" y="486000"/>
            <a:ext cx="7916400" cy="274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Neuton Light"/>
              <a:buNone/>
              <a:defRPr sz="8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9pPr>
          </a:lstStyle>
          <a:p/>
        </p:txBody>
      </p:sp>
      <p:sp>
        <p:nvSpPr>
          <p:cNvPr id="13" name="Google Shape;13;p2"/>
          <p:cNvSpPr txBox="1"/>
          <p:nvPr>
            <p:ph idx="1" type="body"/>
          </p:nvPr>
        </p:nvSpPr>
        <p:spPr>
          <a:xfrm>
            <a:off x="575438" y="4387200"/>
            <a:ext cx="2919600" cy="6480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2" type="subTitle"/>
          </p:nvPr>
        </p:nvSpPr>
        <p:spPr>
          <a:xfrm>
            <a:off x="1284638" y="2148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3" type="subTitle"/>
          </p:nvPr>
        </p:nvSpPr>
        <p:spPr>
          <a:xfrm>
            <a:off x="5539488" y="43872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4" type="subTitle"/>
          </p:nvPr>
        </p:nvSpPr>
        <p:spPr>
          <a:xfrm>
            <a:off x="7040700" y="43872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CUSTOM_7_1_1_1_1_1_1_1_1_1_1_1_1_1_1_1_1_1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idx="1" type="subTitle"/>
          </p:nvPr>
        </p:nvSpPr>
        <p:spPr>
          <a:xfrm>
            <a:off x="4322100" y="47000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2" type="subTitle"/>
          </p:nvPr>
        </p:nvSpPr>
        <p:spPr>
          <a:xfrm>
            <a:off x="4322100" y="538525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3" type="subTitle"/>
          </p:nvPr>
        </p:nvSpPr>
        <p:spPr>
          <a:xfrm>
            <a:off x="4322100" y="1061300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21" name="Google Shape;21;p3"/>
          <p:cNvSpPr txBox="1"/>
          <p:nvPr>
            <p:ph idx="4" type="subTitle"/>
          </p:nvPr>
        </p:nvSpPr>
        <p:spPr>
          <a:xfrm>
            <a:off x="4322100" y="1560213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5" type="subTitle"/>
          </p:nvPr>
        </p:nvSpPr>
        <p:spPr>
          <a:xfrm>
            <a:off x="4322100" y="2094363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23" name="Google Shape;23;p3"/>
          <p:cNvSpPr txBox="1"/>
          <p:nvPr>
            <p:ph idx="6" type="subTitle"/>
          </p:nvPr>
        </p:nvSpPr>
        <p:spPr>
          <a:xfrm>
            <a:off x="4322100" y="2605313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24" name="Google Shape;24;p3"/>
          <p:cNvSpPr txBox="1"/>
          <p:nvPr>
            <p:ph idx="7" type="subTitle"/>
          </p:nvPr>
        </p:nvSpPr>
        <p:spPr>
          <a:xfrm>
            <a:off x="4322100" y="3120113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25" name="Google Shape;25;p3"/>
          <p:cNvSpPr txBox="1"/>
          <p:nvPr>
            <p:ph idx="8" type="subTitle"/>
          </p:nvPr>
        </p:nvSpPr>
        <p:spPr>
          <a:xfrm>
            <a:off x="4322100" y="3634825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26" name="Google Shape;26;p3"/>
          <p:cNvSpPr txBox="1"/>
          <p:nvPr>
            <p:ph idx="9" type="subTitle"/>
          </p:nvPr>
        </p:nvSpPr>
        <p:spPr>
          <a:xfrm>
            <a:off x="4322100" y="4152488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3" type="subTitle"/>
          </p:nvPr>
        </p:nvSpPr>
        <p:spPr>
          <a:xfrm>
            <a:off x="4322100" y="4667200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28" name="Google Shape;28;p3"/>
          <p:cNvSpPr txBox="1"/>
          <p:nvPr>
            <p:ph idx="14" type="subTitle"/>
          </p:nvPr>
        </p:nvSpPr>
        <p:spPr>
          <a:xfrm>
            <a:off x="8440475" y="35300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29" name="Google Shape;29;p3"/>
          <p:cNvSpPr txBox="1"/>
          <p:nvPr>
            <p:ph idx="15" type="subTitle"/>
          </p:nvPr>
        </p:nvSpPr>
        <p:spPr>
          <a:xfrm>
            <a:off x="8440475" y="526825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30" name="Google Shape;30;p3"/>
          <p:cNvSpPr txBox="1"/>
          <p:nvPr>
            <p:ph idx="16" type="subTitle"/>
          </p:nvPr>
        </p:nvSpPr>
        <p:spPr>
          <a:xfrm>
            <a:off x="8440475" y="1049600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31" name="Google Shape;31;p3"/>
          <p:cNvSpPr txBox="1"/>
          <p:nvPr>
            <p:ph idx="17" type="subTitle"/>
          </p:nvPr>
        </p:nvSpPr>
        <p:spPr>
          <a:xfrm>
            <a:off x="8440475" y="1548513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32" name="Google Shape;32;p3"/>
          <p:cNvSpPr txBox="1"/>
          <p:nvPr>
            <p:ph idx="18" type="subTitle"/>
          </p:nvPr>
        </p:nvSpPr>
        <p:spPr>
          <a:xfrm>
            <a:off x="8440475" y="2082663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33" name="Google Shape;33;p3"/>
          <p:cNvSpPr txBox="1"/>
          <p:nvPr>
            <p:ph idx="19" type="subTitle"/>
          </p:nvPr>
        </p:nvSpPr>
        <p:spPr>
          <a:xfrm>
            <a:off x="8440475" y="2593613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34" name="Google Shape;34;p3"/>
          <p:cNvSpPr txBox="1"/>
          <p:nvPr>
            <p:ph idx="20" type="subTitle"/>
          </p:nvPr>
        </p:nvSpPr>
        <p:spPr>
          <a:xfrm>
            <a:off x="8440475" y="3108413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35" name="Google Shape;35;p3"/>
          <p:cNvSpPr txBox="1"/>
          <p:nvPr>
            <p:ph idx="21" type="subTitle"/>
          </p:nvPr>
        </p:nvSpPr>
        <p:spPr>
          <a:xfrm>
            <a:off x="8440475" y="3623125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36" name="Google Shape;36;p3"/>
          <p:cNvSpPr txBox="1"/>
          <p:nvPr>
            <p:ph idx="22" type="subTitle"/>
          </p:nvPr>
        </p:nvSpPr>
        <p:spPr>
          <a:xfrm>
            <a:off x="8440475" y="4140788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37" name="Google Shape;37;p3"/>
          <p:cNvSpPr txBox="1"/>
          <p:nvPr>
            <p:ph idx="23" type="subTitle"/>
          </p:nvPr>
        </p:nvSpPr>
        <p:spPr>
          <a:xfrm>
            <a:off x="8440475" y="4655500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38" name="Google Shape;38;p3"/>
          <p:cNvSpPr txBox="1"/>
          <p:nvPr>
            <p:ph type="title"/>
          </p:nvPr>
        </p:nvSpPr>
        <p:spPr>
          <a:xfrm>
            <a:off x="594025" y="184702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Folder Orange">
  <p:cSld name="CUSTOM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1" name="Google Shape;41;p4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2" name="Google Shape;42;p4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3" name="Google Shape;43;p4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4" name="Google Shape;44;p4"/>
          <p:cNvSpPr txBox="1"/>
          <p:nvPr>
            <p:ph idx="4" type="subTitle"/>
          </p:nvPr>
        </p:nvSpPr>
        <p:spPr>
          <a:xfrm>
            <a:off x="57241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5" name="Google Shape;45;p4"/>
          <p:cNvSpPr txBox="1"/>
          <p:nvPr>
            <p:ph type="title"/>
          </p:nvPr>
        </p:nvSpPr>
        <p:spPr>
          <a:xfrm>
            <a:off x="1399000" y="2328176"/>
            <a:ext cx="6881700" cy="7815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Font typeface="Hanken Grotesk Light"/>
              <a:buNone/>
              <a:defRPr sz="4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6" name="Google Shape;46;p4"/>
          <p:cNvSpPr txBox="1"/>
          <p:nvPr>
            <p:ph idx="5" type="title"/>
          </p:nvPr>
        </p:nvSpPr>
        <p:spPr>
          <a:xfrm>
            <a:off x="1399000" y="3779000"/>
            <a:ext cx="6881700" cy="7740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Font typeface="Hanken Grotesk Light"/>
              <a:buNone/>
              <a:defRPr sz="4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7" name="Google Shape;47;p4"/>
          <p:cNvSpPr txBox="1"/>
          <p:nvPr>
            <p:ph idx="6" type="title"/>
          </p:nvPr>
        </p:nvSpPr>
        <p:spPr>
          <a:xfrm>
            <a:off x="1399000" y="858998"/>
            <a:ext cx="6881700" cy="7815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Font typeface="Hanken Grotesk Light"/>
              <a:buNone/>
              <a:defRPr sz="4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8" name="Google Shape;48;p4"/>
          <p:cNvSpPr/>
          <p:nvPr/>
        </p:nvSpPr>
        <p:spPr>
          <a:xfrm>
            <a:off x="1399001" y="4559050"/>
            <a:ext cx="1440300" cy="252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1399026" y="3106187"/>
            <a:ext cx="1440300" cy="252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1399001" y="1640387"/>
            <a:ext cx="1440300" cy="252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51" name="Google Shape;51;p4"/>
          <p:cNvSpPr txBox="1"/>
          <p:nvPr>
            <p:ph idx="7" type="title"/>
          </p:nvPr>
        </p:nvSpPr>
        <p:spPr>
          <a:xfrm>
            <a:off x="1552450" y="3144818"/>
            <a:ext cx="1133400" cy="176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2" name="Google Shape;52;p4"/>
          <p:cNvSpPr txBox="1"/>
          <p:nvPr>
            <p:ph idx="8" type="title"/>
          </p:nvPr>
        </p:nvSpPr>
        <p:spPr>
          <a:xfrm>
            <a:off x="1552450" y="4601474"/>
            <a:ext cx="1133400" cy="176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3" name="Google Shape;53;p4"/>
          <p:cNvSpPr txBox="1"/>
          <p:nvPr>
            <p:ph idx="9" type="title"/>
          </p:nvPr>
        </p:nvSpPr>
        <p:spPr>
          <a:xfrm>
            <a:off x="1552450" y="1678277"/>
            <a:ext cx="1133400" cy="176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4" name="Google Shape;54;p4"/>
          <p:cNvSpPr/>
          <p:nvPr>
            <p:ph idx="13" type="pic"/>
          </p:nvPr>
        </p:nvSpPr>
        <p:spPr>
          <a:xfrm>
            <a:off x="325850" y="928525"/>
            <a:ext cx="930900" cy="930900"/>
          </a:xfrm>
          <a:prstGeom prst="roundRect">
            <a:avLst>
              <a:gd fmla="val 12343" name="adj"/>
            </a:avLst>
          </a:prstGeom>
          <a:solidFill>
            <a:schemeClr val="lt1"/>
          </a:solidFill>
          <a:ln>
            <a:noFill/>
          </a:ln>
        </p:spPr>
      </p:sp>
      <p:sp>
        <p:nvSpPr>
          <p:cNvPr id="55" name="Google Shape;55;p4"/>
          <p:cNvSpPr/>
          <p:nvPr>
            <p:ph idx="14" type="pic"/>
          </p:nvPr>
        </p:nvSpPr>
        <p:spPr>
          <a:xfrm>
            <a:off x="325850" y="2396325"/>
            <a:ext cx="930900" cy="930900"/>
          </a:xfrm>
          <a:prstGeom prst="roundRect">
            <a:avLst>
              <a:gd fmla="val 12343" name="adj"/>
            </a:avLst>
          </a:prstGeom>
          <a:solidFill>
            <a:schemeClr val="lt1"/>
          </a:solidFill>
          <a:ln>
            <a:noFill/>
          </a:ln>
        </p:spPr>
      </p:sp>
      <p:sp>
        <p:nvSpPr>
          <p:cNvPr id="56" name="Google Shape;56;p4"/>
          <p:cNvSpPr/>
          <p:nvPr>
            <p:ph idx="15" type="pic"/>
          </p:nvPr>
        </p:nvSpPr>
        <p:spPr>
          <a:xfrm>
            <a:off x="325850" y="3849175"/>
            <a:ext cx="930900" cy="930900"/>
          </a:xfrm>
          <a:prstGeom prst="roundRect">
            <a:avLst>
              <a:gd fmla="val 12343" name="adj"/>
            </a:avLst>
          </a:prstGeom>
          <a:solidFill>
            <a:schemeClr val="lt1"/>
          </a:solidFill>
          <a:ln>
            <a:noFill/>
          </a:ln>
        </p:spPr>
      </p:sp>
      <p:sp>
        <p:nvSpPr>
          <p:cNvPr id="57" name="Google Shape;57;p4"/>
          <p:cNvSpPr txBox="1"/>
          <p:nvPr>
            <p:ph idx="16" type="body"/>
          </p:nvPr>
        </p:nvSpPr>
        <p:spPr>
          <a:xfrm>
            <a:off x="3060150" y="1598250"/>
            <a:ext cx="5311800" cy="403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8" name="Google Shape;58;p4"/>
          <p:cNvSpPr txBox="1"/>
          <p:nvPr>
            <p:ph idx="17" type="body"/>
          </p:nvPr>
        </p:nvSpPr>
        <p:spPr>
          <a:xfrm>
            <a:off x="3060150" y="3108200"/>
            <a:ext cx="5311800" cy="403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9" name="Google Shape;59;p4"/>
          <p:cNvSpPr txBox="1"/>
          <p:nvPr>
            <p:ph idx="18" type="body"/>
          </p:nvPr>
        </p:nvSpPr>
        <p:spPr>
          <a:xfrm>
            <a:off x="3060150" y="4553025"/>
            <a:ext cx="5311800" cy="403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Folder Orange 2">
  <p:cSld name="CUSTOM_1_2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5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2" name="Google Shape;62;p5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64" name="Google Shape;64;p5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65" name="Google Shape;65;p5"/>
          <p:cNvSpPr txBox="1"/>
          <p:nvPr>
            <p:ph idx="4" type="subTitle"/>
          </p:nvPr>
        </p:nvSpPr>
        <p:spPr>
          <a:xfrm>
            <a:off x="57241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66" name="Google Shape;66;p5"/>
          <p:cNvSpPr txBox="1"/>
          <p:nvPr>
            <p:ph type="title"/>
          </p:nvPr>
        </p:nvSpPr>
        <p:spPr>
          <a:xfrm>
            <a:off x="596525" y="753331"/>
            <a:ext cx="7062000" cy="8550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5"/>
          <p:cNvSpPr txBox="1"/>
          <p:nvPr>
            <p:ph idx="5" type="title"/>
          </p:nvPr>
        </p:nvSpPr>
        <p:spPr>
          <a:xfrm>
            <a:off x="1279000" y="2812875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5"/>
          <p:cNvSpPr txBox="1"/>
          <p:nvPr>
            <p:ph idx="6" type="title"/>
          </p:nvPr>
        </p:nvSpPr>
        <p:spPr>
          <a:xfrm>
            <a:off x="1279000" y="3854630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9" name="Google Shape;69;p5"/>
          <p:cNvSpPr txBox="1"/>
          <p:nvPr>
            <p:ph idx="7" type="title"/>
          </p:nvPr>
        </p:nvSpPr>
        <p:spPr>
          <a:xfrm>
            <a:off x="4917850" y="1749478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5"/>
          <p:cNvSpPr txBox="1"/>
          <p:nvPr>
            <p:ph idx="8" type="title"/>
          </p:nvPr>
        </p:nvSpPr>
        <p:spPr>
          <a:xfrm>
            <a:off x="4917850" y="3854630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1" name="Google Shape;71;p5"/>
          <p:cNvSpPr txBox="1"/>
          <p:nvPr>
            <p:ph idx="9" type="title"/>
          </p:nvPr>
        </p:nvSpPr>
        <p:spPr>
          <a:xfrm>
            <a:off x="4925175" y="2812875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5"/>
          <p:cNvSpPr/>
          <p:nvPr>
            <p:ph idx="13" type="pic"/>
          </p:nvPr>
        </p:nvSpPr>
        <p:spPr>
          <a:xfrm>
            <a:off x="4021150" y="1690575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3" name="Google Shape;73;p5"/>
          <p:cNvSpPr/>
          <p:nvPr>
            <p:ph idx="14" type="pic"/>
          </p:nvPr>
        </p:nvSpPr>
        <p:spPr>
          <a:xfrm>
            <a:off x="4021150" y="2738375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4" name="Google Shape;74;p5"/>
          <p:cNvSpPr/>
          <p:nvPr>
            <p:ph idx="15" type="pic"/>
          </p:nvPr>
        </p:nvSpPr>
        <p:spPr>
          <a:xfrm>
            <a:off x="4021150" y="3789600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5" name="Google Shape;75;p5"/>
          <p:cNvSpPr/>
          <p:nvPr>
            <p:ph idx="16" type="pic"/>
          </p:nvPr>
        </p:nvSpPr>
        <p:spPr>
          <a:xfrm>
            <a:off x="377300" y="1690575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6" name="Google Shape;76;p5"/>
          <p:cNvSpPr/>
          <p:nvPr>
            <p:ph idx="17" type="pic"/>
          </p:nvPr>
        </p:nvSpPr>
        <p:spPr>
          <a:xfrm>
            <a:off x="377300" y="2738375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" name="Google Shape;77;p5"/>
          <p:cNvSpPr/>
          <p:nvPr>
            <p:ph idx="18" type="pic"/>
          </p:nvPr>
        </p:nvSpPr>
        <p:spPr>
          <a:xfrm>
            <a:off x="377300" y="3789600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8" name="Google Shape;78;p5"/>
          <p:cNvSpPr txBox="1"/>
          <p:nvPr>
            <p:ph idx="19" type="title"/>
          </p:nvPr>
        </p:nvSpPr>
        <p:spPr>
          <a:xfrm>
            <a:off x="1279000" y="1749478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9" name="Google Shape;79;p5"/>
          <p:cNvSpPr txBox="1"/>
          <p:nvPr>
            <p:ph idx="20" type="body"/>
          </p:nvPr>
        </p:nvSpPr>
        <p:spPr>
          <a:xfrm>
            <a:off x="1279000" y="2100550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0" name="Google Shape;80;p5"/>
          <p:cNvSpPr txBox="1"/>
          <p:nvPr>
            <p:ph idx="21" type="body"/>
          </p:nvPr>
        </p:nvSpPr>
        <p:spPr>
          <a:xfrm>
            <a:off x="1279000" y="4205800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1" name="Google Shape;81;p5"/>
          <p:cNvSpPr txBox="1"/>
          <p:nvPr>
            <p:ph idx="22" type="body"/>
          </p:nvPr>
        </p:nvSpPr>
        <p:spPr>
          <a:xfrm>
            <a:off x="1279000" y="3164025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2" name="Google Shape;82;p5"/>
          <p:cNvSpPr txBox="1"/>
          <p:nvPr>
            <p:ph idx="23" type="body"/>
          </p:nvPr>
        </p:nvSpPr>
        <p:spPr>
          <a:xfrm>
            <a:off x="4917850" y="2100550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3" name="Google Shape;83;p5"/>
          <p:cNvSpPr txBox="1"/>
          <p:nvPr>
            <p:ph idx="24" type="body"/>
          </p:nvPr>
        </p:nvSpPr>
        <p:spPr>
          <a:xfrm>
            <a:off x="4917850" y="4205800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4" name="Google Shape;84;p5"/>
          <p:cNvSpPr txBox="1"/>
          <p:nvPr>
            <p:ph idx="25" type="body"/>
          </p:nvPr>
        </p:nvSpPr>
        <p:spPr>
          <a:xfrm>
            <a:off x="4917850" y="3164025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Folder">
  <p:cSld name="BLANK_1_1_1_1">
    <p:bg>
      <p:bgPr>
        <a:solidFill>
          <a:schemeClr val="dk2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Google Shape;86;p6"/>
          <p:cNvGrpSpPr/>
          <p:nvPr/>
        </p:nvGrpSpPr>
        <p:grpSpPr>
          <a:xfrm>
            <a:off x="228600" y="210088"/>
            <a:ext cx="8686800" cy="4676475"/>
            <a:chOff x="228600" y="210088"/>
            <a:chExt cx="8686800" cy="4676475"/>
          </a:xfrm>
        </p:grpSpPr>
        <p:sp>
          <p:nvSpPr>
            <p:cNvPr id="87" name="Google Shape;87;p6"/>
            <p:cNvSpPr/>
            <p:nvPr/>
          </p:nvSpPr>
          <p:spPr>
            <a:xfrm>
              <a:off x="228600" y="566563"/>
              <a:ext cx="8686800" cy="4320000"/>
            </a:xfrm>
            <a:prstGeom prst="roundRect">
              <a:avLst>
                <a:gd fmla="val 5406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 </a:t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88" name="Google Shape;88;p6"/>
            <p:cNvSpPr/>
            <p:nvPr/>
          </p:nvSpPr>
          <p:spPr>
            <a:xfrm>
              <a:off x="912237" y="210088"/>
              <a:ext cx="2245995" cy="360013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sp>
        <p:nvSpPr>
          <p:cNvPr id="89" name="Google Shape;89;p6"/>
          <p:cNvSpPr txBox="1"/>
          <p:nvPr>
            <p:ph idx="1" type="subTitle"/>
          </p:nvPr>
        </p:nvSpPr>
        <p:spPr>
          <a:xfrm>
            <a:off x="1224650" y="210100"/>
            <a:ext cx="1676700" cy="35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90" name="Google Shape;90;p6"/>
          <p:cNvSpPr txBox="1"/>
          <p:nvPr>
            <p:ph idx="2" type="body"/>
          </p:nvPr>
        </p:nvSpPr>
        <p:spPr>
          <a:xfrm>
            <a:off x="593775" y="3900525"/>
            <a:ext cx="4346700" cy="7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b="1"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b="1"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b="1"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b="1"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b="1"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b="1"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b="1"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b="1"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b="1" sz="1200"/>
            </a:lvl9pPr>
          </a:lstStyle>
          <a:p/>
        </p:txBody>
      </p:sp>
      <p:sp>
        <p:nvSpPr>
          <p:cNvPr id="91" name="Google Shape;91;p6"/>
          <p:cNvSpPr txBox="1"/>
          <p:nvPr>
            <p:ph type="title"/>
          </p:nvPr>
        </p:nvSpPr>
        <p:spPr>
          <a:xfrm>
            <a:off x="593775" y="984700"/>
            <a:ext cx="7948200" cy="22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7_1_1_1_1_1_1_1_1_1_1_1_1_1_1_1_1_2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7"/>
          <p:cNvSpPr txBox="1"/>
          <p:nvPr>
            <p:ph type="title"/>
          </p:nvPr>
        </p:nvSpPr>
        <p:spPr>
          <a:xfrm>
            <a:off x="-2450" y="4759975"/>
            <a:ext cx="9150600" cy="383400"/>
          </a:xfrm>
          <a:prstGeom prst="rect">
            <a:avLst/>
          </a:prstGeom>
        </p:spPr>
        <p:txBody>
          <a:bodyPr anchorCtr="0" anchor="ctr" bIns="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14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cxnSp>
        <p:nvCxnSpPr>
          <p:cNvPr id="94" name="Google Shape;94;p7"/>
          <p:cNvCxnSpPr/>
          <p:nvPr/>
        </p:nvCxnSpPr>
        <p:spPr>
          <a:xfrm rot="10800000">
            <a:off x="-2100" y="4759975"/>
            <a:ext cx="914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5" name="Google Shape;95;p7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96" name="Google Shape;96;p7"/>
          <p:cNvSpPr txBox="1"/>
          <p:nvPr>
            <p:ph idx="2" type="title"/>
          </p:nvPr>
        </p:nvSpPr>
        <p:spPr>
          <a:xfrm>
            <a:off x="850" y="1078988"/>
            <a:ext cx="9144000" cy="3598800"/>
          </a:xfrm>
          <a:prstGeom prst="rect">
            <a:avLst/>
          </a:prstGeom>
        </p:spPr>
        <p:txBody>
          <a:bodyPr anchorCtr="0" anchor="t" bIns="108000" lIns="252000" spcFirstLastPara="1" rIns="25200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97" name="Google Shape;97;p7"/>
          <p:cNvGrpSpPr/>
          <p:nvPr/>
        </p:nvGrpSpPr>
        <p:grpSpPr>
          <a:xfrm>
            <a:off x="1724267" y="547463"/>
            <a:ext cx="658200" cy="449397"/>
            <a:chOff x="2467317" y="547413"/>
            <a:chExt cx="658200" cy="449397"/>
          </a:xfrm>
        </p:grpSpPr>
        <p:sp>
          <p:nvSpPr>
            <p:cNvPr id="98" name="Google Shape;98;p7"/>
            <p:cNvSpPr/>
            <p:nvPr/>
          </p:nvSpPr>
          <p:spPr>
            <a:xfrm rot="5400000">
              <a:off x="2593167" y="464460"/>
              <a:ext cx="406500" cy="658200"/>
            </a:xfrm>
            <a:prstGeom prst="roundRect">
              <a:avLst>
                <a:gd fmla="val 5925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99" name="Google Shape;99;p7"/>
            <p:cNvSpPr/>
            <p:nvPr/>
          </p:nvSpPr>
          <p:spPr>
            <a:xfrm>
              <a:off x="2507750" y="547413"/>
              <a:ext cx="269319" cy="43229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grpSp>
        <p:nvGrpSpPr>
          <p:cNvPr id="100" name="Google Shape;100;p7"/>
          <p:cNvGrpSpPr/>
          <p:nvPr/>
        </p:nvGrpSpPr>
        <p:grpSpPr>
          <a:xfrm>
            <a:off x="981142" y="547476"/>
            <a:ext cx="658200" cy="449397"/>
            <a:chOff x="2467317" y="547413"/>
            <a:chExt cx="658200" cy="449397"/>
          </a:xfrm>
        </p:grpSpPr>
        <p:sp>
          <p:nvSpPr>
            <p:cNvPr id="101" name="Google Shape;101;p7"/>
            <p:cNvSpPr/>
            <p:nvPr/>
          </p:nvSpPr>
          <p:spPr>
            <a:xfrm rot="5400000">
              <a:off x="2593167" y="464460"/>
              <a:ext cx="406500" cy="658200"/>
            </a:xfrm>
            <a:prstGeom prst="roundRect">
              <a:avLst>
                <a:gd fmla="val 5925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102" name="Google Shape;102;p7"/>
            <p:cNvSpPr/>
            <p:nvPr/>
          </p:nvSpPr>
          <p:spPr>
            <a:xfrm>
              <a:off x="2507750" y="547413"/>
              <a:ext cx="269319" cy="43229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grpSp>
        <p:nvGrpSpPr>
          <p:cNvPr id="103" name="Google Shape;103;p7"/>
          <p:cNvGrpSpPr/>
          <p:nvPr/>
        </p:nvGrpSpPr>
        <p:grpSpPr>
          <a:xfrm>
            <a:off x="2467317" y="547413"/>
            <a:ext cx="658200" cy="449397"/>
            <a:chOff x="2467317" y="547413"/>
            <a:chExt cx="658200" cy="449397"/>
          </a:xfrm>
        </p:grpSpPr>
        <p:sp>
          <p:nvSpPr>
            <p:cNvPr id="104" name="Google Shape;104;p7"/>
            <p:cNvSpPr/>
            <p:nvPr/>
          </p:nvSpPr>
          <p:spPr>
            <a:xfrm rot="5400000">
              <a:off x="2593167" y="464460"/>
              <a:ext cx="406500" cy="658200"/>
            </a:xfrm>
            <a:prstGeom prst="roundRect">
              <a:avLst>
                <a:gd fmla="val 5925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105" name="Google Shape;105;p7"/>
            <p:cNvSpPr/>
            <p:nvPr/>
          </p:nvSpPr>
          <p:spPr>
            <a:xfrm>
              <a:off x="2507750" y="547413"/>
              <a:ext cx="269319" cy="43229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grpSp>
        <p:nvGrpSpPr>
          <p:cNvPr id="106" name="Google Shape;106;p7"/>
          <p:cNvGrpSpPr/>
          <p:nvPr/>
        </p:nvGrpSpPr>
        <p:grpSpPr>
          <a:xfrm>
            <a:off x="238017" y="549426"/>
            <a:ext cx="658200" cy="449397"/>
            <a:chOff x="2467317" y="547413"/>
            <a:chExt cx="658200" cy="449397"/>
          </a:xfrm>
        </p:grpSpPr>
        <p:sp>
          <p:nvSpPr>
            <p:cNvPr id="107" name="Google Shape;107;p7"/>
            <p:cNvSpPr/>
            <p:nvPr/>
          </p:nvSpPr>
          <p:spPr>
            <a:xfrm rot="5400000">
              <a:off x="2593167" y="464460"/>
              <a:ext cx="406500" cy="658200"/>
            </a:xfrm>
            <a:prstGeom prst="roundRect">
              <a:avLst>
                <a:gd fmla="val 5925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108" name="Google Shape;108;p7"/>
            <p:cNvSpPr/>
            <p:nvPr/>
          </p:nvSpPr>
          <p:spPr>
            <a:xfrm>
              <a:off x="2507750" y="547413"/>
              <a:ext cx="269319" cy="43229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Sections Grey">
  <p:cSld name="BLANK_1_1_1_1_1_1_1_1">
    <p:bg>
      <p:bgPr>
        <a:solidFill>
          <a:schemeClr val="dk2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8"/>
          <p:cNvSpPr txBox="1"/>
          <p:nvPr>
            <p:ph idx="1" type="body"/>
          </p:nvPr>
        </p:nvSpPr>
        <p:spPr>
          <a:xfrm>
            <a:off x="172350" y="1093875"/>
            <a:ext cx="4341600" cy="1299600"/>
          </a:xfrm>
          <a:prstGeom prst="rect">
            <a:avLst/>
          </a:prstGeom>
        </p:spPr>
        <p:txBody>
          <a:bodyPr anchorCtr="0" anchor="t" bIns="180000" lIns="180000" spcFirstLastPara="1" rIns="180000" wrap="square" tIns="18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111" name="Google Shape;111;p8"/>
          <p:cNvSpPr txBox="1"/>
          <p:nvPr>
            <p:ph idx="2" type="subTitle"/>
          </p:nvPr>
        </p:nvSpPr>
        <p:spPr>
          <a:xfrm>
            <a:off x="357425" y="2974373"/>
            <a:ext cx="2048400" cy="3906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uton Light"/>
              <a:buNone/>
              <a:defRPr sz="22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8"/>
          <p:cNvSpPr txBox="1"/>
          <p:nvPr>
            <p:ph idx="3" type="subTitle"/>
          </p:nvPr>
        </p:nvSpPr>
        <p:spPr>
          <a:xfrm>
            <a:off x="357425" y="718250"/>
            <a:ext cx="2048400" cy="378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uton Light"/>
              <a:buNone/>
              <a:defRPr sz="22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9pPr>
          </a:lstStyle>
          <a:p/>
        </p:txBody>
      </p:sp>
      <p:sp>
        <p:nvSpPr>
          <p:cNvPr id="113" name="Google Shape;113;p8"/>
          <p:cNvSpPr txBox="1"/>
          <p:nvPr>
            <p:ph idx="4" type="body"/>
          </p:nvPr>
        </p:nvSpPr>
        <p:spPr>
          <a:xfrm>
            <a:off x="172350" y="3362406"/>
            <a:ext cx="4341600" cy="1299600"/>
          </a:xfrm>
          <a:prstGeom prst="rect">
            <a:avLst/>
          </a:prstGeom>
        </p:spPr>
        <p:txBody>
          <a:bodyPr anchorCtr="0" anchor="t" bIns="180000" lIns="180000" spcFirstLastPara="1" rIns="180000" wrap="square" tIns="18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114" name="Google Shape;114;p8"/>
          <p:cNvSpPr txBox="1"/>
          <p:nvPr>
            <p:ph idx="5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15" name="Google Shape;115;p8"/>
          <p:cNvSpPr txBox="1"/>
          <p:nvPr>
            <p:ph idx="6" type="subTitle"/>
          </p:nvPr>
        </p:nvSpPr>
        <p:spPr>
          <a:xfrm>
            <a:off x="4814750" y="717075"/>
            <a:ext cx="2048400" cy="378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uton Light"/>
              <a:buNone/>
              <a:defRPr sz="22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9pPr>
          </a:lstStyle>
          <a:p/>
        </p:txBody>
      </p:sp>
      <p:sp>
        <p:nvSpPr>
          <p:cNvPr id="116" name="Google Shape;116;p8"/>
          <p:cNvSpPr txBox="1"/>
          <p:nvPr>
            <p:ph idx="7" type="body"/>
          </p:nvPr>
        </p:nvSpPr>
        <p:spPr>
          <a:xfrm>
            <a:off x="4629675" y="1092700"/>
            <a:ext cx="4341600" cy="1299600"/>
          </a:xfrm>
          <a:prstGeom prst="rect">
            <a:avLst/>
          </a:prstGeom>
        </p:spPr>
        <p:txBody>
          <a:bodyPr anchorCtr="0" anchor="t" bIns="180000" lIns="180000" spcFirstLastPara="1" rIns="180000" wrap="square" tIns="18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117" name="Google Shape;117;p8"/>
          <p:cNvSpPr txBox="1"/>
          <p:nvPr>
            <p:ph idx="8" type="subTitle"/>
          </p:nvPr>
        </p:nvSpPr>
        <p:spPr>
          <a:xfrm>
            <a:off x="4814750" y="3003375"/>
            <a:ext cx="2048400" cy="378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uton Light"/>
              <a:buNone/>
              <a:defRPr sz="22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8"/>
          <p:cNvSpPr txBox="1"/>
          <p:nvPr>
            <p:ph idx="9" type="body"/>
          </p:nvPr>
        </p:nvSpPr>
        <p:spPr>
          <a:xfrm>
            <a:off x="4629675" y="3379000"/>
            <a:ext cx="4341600" cy="1299600"/>
          </a:xfrm>
          <a:prstGeom prst="rect">
            <a:avLst/>
          </a:prstGeom>
        </p:spPr>
        <p:txBody>
          <a:bodyPr anchorCtr="0" anchor="t" bIns="180000" lIns="180000" spcFirstLastPara="1" rIns="180000" wrap="square" tIns="18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Data folders">
  <p:cSld name="CUSTOM_7_1_1_1_1_1_1_1_1_1_1_1_1_1_1_1_1_3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9"/>
          <p:cNvSpPr txBox="1"/>
          <p:nvPr>
            <p:ph type="title"/>
          </p:nvPr>
        </p:nvSpPr>
        <p:spPr>
          <a:xfrm>
            <a:off x="193900" y="1429900"/>
            <a:ext cx="2156700" cy="2670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21" name="Google Shape;121;p9"/>
          <p:cNvSpPr txBox="1"/>
          <p:nvPr>
            <p:ph idx="2" type="title"/>
          </p:nvPr>
        </p:nvSpPr>
        <p:spPr>
          <a:xfrm>
            <a:off x="193900" y="1769325"/>
            <a:ext cx="2156700" cy="267000"/>
          </a:xfrm>
          <a:prstGeom prst="rect">
            <a:avLst/>
          </a:prstGeom>
        </p:spPr>
        <p:txBody>
          <a:bodyPr anchorCtr="0" anchor="t" bIns="90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22" name="Google Shape;122;p9"/>
          <p:cNvSpPr txBox="1"/>
          <p:nvPr>
            <p:ph idx="3" type="title"/>
          </p:nvPr>
        </p:nvSpPr>
        <p:spPr>
          <a:xfrm>
            <a:off x="2391238" y="1429900"/>
            <a:ext cx="2156700" cy="2670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23" name="Google Shape;123;p9"/>
          <p:cNvSpPr txBox="1"/>
          <p:nvPr>
            <p:ph idx="4" type="title"/>
          </p:nvPr>
        </p:nvSpPr>
        <p:spPr>
          <a:xfrm>
            <a:off x="2391238" y="1769325"/>
            <a:ext cx="2156700" cy="267000"/>
          </a:xfrm>
          <a:prstGeom prst="rect">
            <a:avLst/>
          </a:prstGeom>
        </p:spPr>
        <p:txBody>
          <a:bodyPr anchorCtr="0" anchor="t" bIns="90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24" name="Google Shape;124;p9"/>
          <p:cNvSpPr txBox="1"/>
          <p:nvPr>
            <p:ph idx="5" type="title"/>
          </p:nvPr>
        </p:nvSpPr>
        <p:spPr>
          <a:xfrm>
            <a:off x="4590375" y="1429900"/>
            <a:ext cx="2156700" cy="2670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25" name="Google Shape;125;p9"/>
          <p:cNvSpPr txBox="1"/>
          <p:nvPr>
            <p:ph idx="6" type="title"/>
          </p:nvPr>
        </p:nvSpPr>
        <p:spPr>
          <a:xfrm>
            <a:off x="4590375" y="1769325"/>
            <a:ext cx="2156700" cy="267000"/>
          </a:xfrm>
          <a:prstGeom prst="rect">
            <a:avLst/>
          </a:prstGeom>
        </p:spPr>
        <p:txBody>
          <a:bodyPr anchorCtr="0" anchor="t" bIns="90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26" name="Google Shape;126;p9"/>
          <p:cNvSpPr txBox="1"/>
          <p:nvPr>
            <p:ph idx="7" type="title"/>
          </p:nvPr>
        </p:nvSpPr>
        <p:spPr>
          <a:xfrm>
            <a:off x="6788925" y="1429900"/>
            <a:ext cx="2156700" cy="2670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27" name="Google Shape;127;p9"/>
          <p:cNvSpPr txBox="1"/>
          <p:nvPr>
            <p:ph idx="8" type="title"/>
          </p:nvPr>
        </p:nvSpPr>
        <p:spPr>
          <a:xfrm>
            <a:off x="6788925" y="1769325"/>
            <a:ext cx="2156700" cy="267000"/>
          </a:xfrm>
          <a:prstGeom prst="rect">
            <a:avLst/>
          </a:prstGeom>
        </p:spPr>
        <p:txBody>
          <a:bodyPr anchorCtr="0" anchor="t" bIns="90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28" name="Google Shape;128;p9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29" name="Google Shape;129;p9"/>
          <p:cNvSpPr txBox="1"/>
          <p:nvPr>
            <p:ph idx="9" type="body"/>
          </p:nvPr>
        </p:nvSpPr>
        <p:spPr>
          <a:xfrm>
            <a:off x="192900" y="2164400"/>
            <a:ext cx="2156700" cy="18303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30" name="Google Shape;130;p9"/>
          <p:cNvSpPr txBox="1"/>
          <p:nvPr>
            <p:ph idx="13" type="body"/>
          </p:nvPr>
        </p:nvSpPr>
        <p:spPr>
          <a:xfrm>
            <a:off x="2391200" y="2164400"/>
            <a:ext cx="2156700" cy="18303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31" name="Google Shape;131;p9"/>
          <p:cNvSpPr txBox="1"/>
          <p:nvPr>
            <p:ph idx="14" type="body"/>
          </p:nvPr>
        </p:nvSpPr>
        <p:spPr>
          <a:xfrm>
            <a:off x="4590600" y="2164400"/>
            <a:ext cx="2156700" cy="18303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5" type="body"/>
          </p:nvPr>
        </p:nvSpPr>
        <p:spPr>
          <a:xfrm>
            <a:off x="6788900" y="2164400"/>
            <a:ext cx="2156700" cy="18303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Data Folders">
  <p:cSld name="CUSTOM_7_1_1_1_1_1_1_1_1_1_1_1_1_1_1_1_1_4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0"/>
          <p:cNvSpPr txBox="1"/>
          <p:nvPr>
            <p:ph type="title"/>
          </p:nvPr>
        </p:nvSpPr>
        <p:spPr>
          <a:xfrm>
            <a:off x="193900" y="795678"/>
            <a:ext cx="2856900" cy="267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35" name="Google Shape;135;p10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36" name="Google Shape;136;p10"/>
          <p:cNvSpPr txBox="1"/>
          <p:nvPr>
            <p:ph idx="2" type="title"/>
          </p:nvPr>
        </p:nvSpPr>
        <p:spPr>
          <a:xfrm>
            <a:off x="3141175" y="795678"/>
            <a:ext cx="2856900" cy="267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37" name="Google Shape;137;p10"/>
          <p:cNvSpPr txBox="1"/>
          <p:nvPr>
            <p:ph idx="3" type="title"/>
          </p:nvPr>
        </p:nvSpPr>
        <p:spPr>
          <a:xfrm>
            <a:off x="6088450" y="795678"/>
            <a:ext cx="2856900" cy="267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38" name="Google Shape;138;p10"/>
          <p:cNvSpPr txBox="1"/>
          <p:nvPr>
            <p:ph idx="4" type="body"/>
          </p:nvPr>
        </p:nvSpPr>
        <p:spPr>
          <a:xfrm>
            <a:off x="194075" y="1414925"/>
            <a:ext cx="2856900" cy="3548700"/>
          </a:xfrm>
          <a:prstGeom prst="rect">
            <a:avLst/>
          </a:prstGeom>
        </p:spPr>
        <p:txBody>
          <a:bodyPr anchorCtr="0" anchor="t" bIns="180000" lIns="180000" spcFirstLastPara="1" rIns="180000" wrap="square" tIns="27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39" name="Google Shape;139;p10"/>
          <p:cNvSpPr txBox="1"/>
          <p:nvPr>
            <p:ph idx="5" type="body"/>
          </p:nvPr>
        </p:nvSpPr>
        <p:spPr>
          <a:xfrm>
            <a:off x="3140525" y="1414925"/>
            <a:ext cx="2856900" cy="3548700"/>
          </a:xfrm>
          <a:prstGeom prst="rect">
            <a:avLst/>
          </a:prstGeom>
        </p:spPr>
        <p:txBody>
          <a:bodyPr anchorCtr="0" anchor="t" bIns="180000" lIns="180000" spcFirstLastPara="1" rIns="180000" wrap="square" tIns="27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40" name="Google Shape;140;p10"/>
          <p:cNvSpPr txBox="1"/>
          <p:nvPr>
            <p:ph idx="6" type="body"/>
          </p:nvPr>
        </p:nvSpPr>
        <p:spPr>
          <a:xfrm>
            <a:off x="6086975" y="1414925"/>
            <a:ext cx="2856900" cy="3548700"/>
          </a:xfrm>
          <a:prstGeom prst="rect">
            <a:avLst/>
          </a:prstGeom>
        </p:spPr>
        <p:txBody>
          <a:bodyPr anchorCtr="0" anchor="t" bIns="180000" lIns="180000" spcFirstLastPara="1" rIns="180000" wrap="square" tIns="27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">
  <p:cSld name="CUSTOM_7_1_1_1_1_1_1_1_1_1_1_1_1_1_1_1_1_5_2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1"/>
          <p:cNvSpPr txBox="1"/>
          <p:nvPr>
            <p:ph type="title"/>
          </p:nvPr>
        </p:nvSpPr>
        <p:spPr>
          <a:xfrm>
            <a:off x="226000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43" name="Google Shape;143;p11"/>
          <p:cNvSpPr txBox="1"/>
          <p:nvPr>
            <p:ph idx="2" type="title"/>
          </p:nvPr>
        </p:nvSpPr>
        <p:spPr>
          <a:xfrm>
            <a:off x="3325125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44" name="Google Shape;144;p11"/>
          <p:cNvSpPr txBox="1"/>
          <p:nvPr>
            <p:ph idx="3" type="title"/>
          </p:nvPr>
        </p:nvSpPr>
        <p:spPr>
          <a:xfrm>
            <a:off x="227250" y="1277200"/>
            <a:ext cx="22827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45" name="Google Shape;145;p11"/>
          <p:cNvSpPr txBox="1"/>
          <p:nvPr>
            <p:ph idx="4" type="title"/>
          </p:nvPr>
        </p:nvSpPr>
        <p:spPr>
          <a:xfrm>
            <a:off x="3324478" y="1277200"/>
            <a:ext cx="22809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46" name="Google Shape;146;p11"/>
          <p:cNvSpPr txBox="1"/>
          <p:nvPr>
            <p:ph idx="5" type="title"/>
          </p:nvPr>
        </p:nvSpPr>
        <p:spPr>
          <a:xfrm>
            <a:off x="6421152" y="1277200"/>
            <a:ext cx="22791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47" name="Google Shape;147;p11"/>
          <p:cNvSpPr txBox="1"/>
          <p:nvPr>
            <p:ph idx="6" type="title"/>
          </p:nvPr>
        </p:nvSpPr>
        <p:spPr>
          <a:xfrm>
            <a:off x="6421925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48" name="Google Shape;148;p11"/>
          <p:cNvSpPr txBox="1"/>
          <p:nvPr>
            <p:ph idx="7" type="title"/>
          </p:nvPr>
        </p:nvSpPr>
        <p:spPr>
          <a:xfrm>
            <a:off x="226431" y="2709100"/>
            <a:ext cx="22827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49" name="Google Shape;149;p11"/>
          <p:cNvSpPr txBox="1"/>
          <p:nvPr>
            <p:ph idx="8" type="title"/>
          </p:nvPr>
        </p:nvSpPr>
        <p:spPr>
          <a:xfrm>
            <a:off x="6419945" y="2709108"/>
            <a:ext cx="22791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50" name="Google Shape;150;p11"/>
          <p:cNvSpPr txBox="1"/>
          <p:nvPr>
            <p:ph idx="9" type="title"/>
          </p:nvPr>
        </p:nvSpPr>
        <p:spPr>
          <a:xfrm>
            <a:off x="226000" y="3996225"/>
            <a:ext cx="22827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51" name="Google Shape;151;p11"/>
          <p:cNvSpPr txBox="1"/>
          <p:nvPr>
            <p:ph idx="13" type="title"/>
          </p:nvPr>
        </p:nvSpPr>
        <p:spPr>
          <a:xfrm>
            <a:off x="3322675" y="3996228"/>
            <a:ext cx="22809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52" name="Google Shape;152;p11"/>
          <p:cNvSpPr txBox="1"/>
          <p:nvPr>
            <p:ph idx="14" type="title"/>
          </p:nvPr>
        </p:nvSpPr>
        <p:spPr>
          <a:xfrm>
            <a:off x="6419350" y="3996228"/>
            <a:ext cx="22791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53" name="Google Shape;153;p11"/>
          <p:cNvSpPr txBox="1"/>
          <p:nvPr>
            <p:ph idx="15" type="title"/>
          </p:nvPr>
        </p:nvSpPr>
        <p:spPr>
          <a:xfrm>
            <a:off x="587225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54" name="Google Shape;154;p11"/>
          <p:cNvSpPr txBox="1"/>
          <p:nvPr>
            <p:ph idx="16" type="title"/>
          </p:nvPr>
        </p:nvSpPr>
        <p:spPr>
          <a:xfrm>
            <a:off x="3684488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55" name="Google Shape;155;p11"/>
          <p:cNvSpPr txBox="1"/>
          <p:nvPr>
            <p:ph idx="17" type="title"/>
          </p:nvPr>
        </p:nvSpPr>
        <p:spPr>
          <a:xfrm>
            <a:off x="6781463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56" name="Google Shape;156;p11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57" name="Google Shape;157;p11"/>
          <p:cNvSpPr txBox="1"/>
          <p:nvPr>
            <p:ph idx="18" type="body"/>
          </p:nvPr>
        </p:nvSpPr>
        <p:spPr>
          <a:xfrm>
            <a:off x="226150" y="4230400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58" name="Google Shape;158;p11"/>
          <p:cNvSpPr txBox="1"/>
          <p:nvPr>
            <p:ph idx="19" type="body"/>
          </p:nvPr>
        </p:nvSpPr>
        <p:spPr>
          <a:xfrm>
            <a:off x="3321928" y="4230402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59" name="Google Shape;159;p11"/>
          <p:cNvSpPr txBox="1"/>
          <p:nvPr>
            <p:ph idx="20" type="body"/>
          </p:nvPr>
        </p:nvSpPr>
        <p:spPr>
          <a:xfrm>
            <a:off x="6417703" y="4230402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60" name="Google Shape;160;p11"/>
          <p:cNvSpPr txBox="1"/>
          <p:nvPr>
            <p:ph idx="21" type="title"/>
          </p:nvPr>
        </p:nvSpPr>
        <p:spPr>
          <a:xfrm>
            <a:off x="3323270" y="2709108"/>
            <a:ext cx="22809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61" name="Google Shape;161;p11"/>
          <p:cNvSpPr txBox="1"/>
          <p:nvPr>
            <p:ph idx="22" type="body"/>
          </p:nvPr>
        </p:nvSpPr>
        <p:spPr>
          <a:xfrm>
            <a:off x="226150" y="2943275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62" name="Google Shape;162;p11"/>
          <p:cNvSpPr txBox="1"/>
          <p:nvPr>
            <p:ph idx="23" type="body"/>
          </p:nvPr>
        </p:nvSpPr>
        <p:spPr>
          <a:xfrm>
            <a:off x="3321928" y="2943282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63" name="Google Shape;163;p11"/>
          <p:cNvSpPr txBox="1"/>
          <p:nvPr>
            <p:ph idx="24" type="body"/>
          </p:nvPr>
        </p:nvSpPr>
        <p:spPr>
          <a:xfrm>
            <a:off x="6417703" y="2943282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64" name="Google Shape;164;p11"/>
          <p:cNvSpPr txBox="1"/>
          <p:nvPr>
            <p:ph idx="25" type="body"/>
          </p:nvPr>
        </p:nvSpPr>
        <p:spPr>
          <a:xfrm>
            <a:off x="226150" y="1511375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65" name="Google Shape;165;p11"/>
          <p:cNvSpPr txBox="1"/>
          <p:nvPr>
            <p:ph idx="26" type="body"/>
          </p:nvPr>
        </p:nvSpPr>
        <p:spPr>
          <a:xfrm>
            <a:off x="3321928" y="1511374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66" name="Google Shape;166;p11"/>
          <p:cNvSpPr txBox="1"/>
          <p:nvPr>
            <p:ph idx="27" type="body"/>
          </p:nvPr>
        </p:nvSpPr>
        <p:spPr>
          <a:xfrm>
            <a:off x="6417703" y="1511374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image ">
  <p:cSld name="CUSTOM_7_1_1_1_1_1_1_1_1_1_1_1_1_1_1_1_1_5_1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2"/>
          <p:cNvSpPr txBox="1"/>
          <p:nvPr>
            <p:ph type="title"/>
          </p:nvPr>
        </p:nvSpPr>
        <p:spPr>
          <a:xfrm>
            <a:off x="2005725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69" name="Google Shape;169;p12"/>
          <p:cNvSpPr txBox="1"/>
          <p:nvPr>
            <p:ph idx="2" type="title"/>
          </p:nvPr>
        </p:nvSpPr>
        <p:spPr>
          <a:xfrm>
            <a:off x="3783250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70" name="Google Shape;170;p12"/>
          <p:cNvSpPr txBox="1"/>
          <p:nvPr>
            <p:ph idx="3" type="title"/>
          </p:nvPr>
        </p:nvSpPr>
        <p:spPr>
          <a:xfrm>
            <a:off x="5560500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71" name="Google Shape;171;p12"/>
          <p:cNvSpPr txBox="1"/>
          <p:nvPr>
            <p:ph idx="4" type="title"/>
          </p:nvPr>
        </p:nvSpPr>
        <p:spPr>
          <a:xfrm>
            <a:off x="7337750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72" name="Google Shape;172;p12"/>
          <p:cNvSpPr txBox="1"/>
          <p:nvPr>
            <p:ph idx="5" type="title"/>
          </p:nvPr>
        </p:nvSpPr>
        <p:spPr>
          <a:xfrm>
            <a:off x="226000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73" name="Google Shape;173;p12"/>
          <p:cNvSpPr txBox="1"/>
          <p:nvPr>
            <p:ph idx="6" type="title"/>
          </p:nvPr>
        </p:nvSpPr>
        <p:spPr>
          <a:xfrm>
            <a:off x="227250" y="1277192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74" name="Google Shape;174;p12"/>
          <p:cNvSpPr txBox="1"/>
          <p:nvPr>
            <p:ph idx="7" type="title"/>
          </p:nvPr>
        </p:nvSpPr>
        <p:spPr>
          <a:xfrm>
            <a:off x="2004525" y="1277192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75" name="Google Shape;175;p12"/>
          <p:cNvSpPr txBox="1"/>
          <p:nvPr>
            <p:ph idx="8" type="title"/>
          </p:nvPr>
        </p:nvSpPr>
        <p:spPr>
          <a:xfrm>
            <a:off x="3781925" y="1277192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76" name="Google Shape;176;p12"/>
          <p:cNvSpPr txBox="1"/>
          <p:nvPr>
            <p:ph idx="9" type="title"/>
          </p:nvPr>
        </p:nvSpPr>
        <p:spPr>
          <a:xfrm>
            <a:off x="5559300" y="1277192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77" name="Google Shape;177;p12"/>
          <p:cNvSpPr txBox="1"/>
          <p:nvPr>
            <p:ph idx="13" type="title"/>
          </p:nvPr>
        </p:nvSpPr>
        <p:spPr>
          <a:xfrm>
            <a:off x="7337425" y="1277192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78" name="Google Shape;178;p12"/>
          <p:cNvSpPr txBox="1"/>
          <p:nvPr>
            <p:ph idx="14" type="title"/>
          </p:nvPr>
        </p:nvSpPr>
        <p:spPr>
          <a:xfrm>
            <a:off x="226425" y="2709100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79" name="Google Shape;179;p12"/>
          <p:cNvSpPr txBox="1"/>
          <p:nvPr>
            <p:ph idx="15" type="title"/>
          </p:nvPr>
        </p:nvSpPr>
        <p:spPr>
          <a:xfrm>
            <a:off x="2003700" y="2709100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80" name="Google Shape;180;p12"/>
          <p:cNvSpPr txBox="1"/>
          <p:nvPr>
            <p:ph idx="16" type="title"/>
          </p:nvPr>
        </p:nvSpPr>
        <p:spPr>
          <a:xfrm>
            <a:off x="3781100" y="2709100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81" name="Google Shape;181;p12"/>
          <p:cNvSpPr txBox="1"/>
          <p:nvPr>
            <p:ph idx="17" type="title"/>
          </p:nvPr>
        </p:nvSpPr>
        <p:spPr>
          <a:xfrm>
            <a:off x="5558475" y="2709100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82" name="Google Shape;182;p12"/>
          <p:cNvSpPr txBox="1"/>
          <p:nvPr>
            <p:ph idx="18" type="title"/>
          </p:nvPr>
        </p:nvSpPr>
        <p:spPr>
          <a:xfrm>
            <a:off x="7336600" y="2709100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83" name="Google Shape;183;p12"/>
          <p:cNvSpPr txBox="1"/>
          <p:nvPr>
            <p:ph idx="19" type="title"/>
          </p:nvPr>
        </p:nvSpPr>
        <p:spPr>
          <a:xfrm>
            <a:off x="587225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84" name="Google Shape;184;p12"/>
          <p:cNvSpPr txBox="1"/>
          <p:nvPr>
            <p:ph idx="20" type="title"/>
          </p:nvPr>
        </p:nvSpPr>
        <p:spPr>
          <a:xfrm>
            <a:off x="2365088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85" name="Google Shape;185;p12"/>
          <p:cNvSpPr txBox="1"/>
          <p:nvPr>
            <p:ph idx="21" type="title"/>
          </p:nvPr>
        </p:nvSpPr>
        <p:spPr>
          <a:xfrm>
            <a:off x="4142788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86" name="Google Shape;186;p12"/>
          <p:cNvSpPr txBox="1"/>
          <p:nvPr>
            <p:ph idx="22" type="title"/>
          </p:nvPr>
        </p:nvSpPr>
        <p:spPr>
          <a:xfrm>
            <a:off x="5921000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87" name="Google Shape;187;p12"/>
          <p:cNvSpPr txBox="1"/>
          <p:nvPr>
            <p:ph idx="23" type="title"/>
          </p:nvPr>
        </p:nvSpPr>
        <p:spPr>
          <a:xfrm>
            <a:off x="7699213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88" name="Google Shape;188;p12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9" name="Google Shape;189;p12"/>
          <p:cNvSpPr/>
          <p:nvPr>
            <p:ph idx="24" type="pic"/>
          </p:nvPr>
        </p:nvSpPr>
        <p:spPr>
          <a:xfrm>
            <a:off x="229025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190" name="Google Shape;190;p12"/>
          <p:cNvSpPr/>
          <p:nvPr>
            <p:ph idx="25" type="pic"/>
          </p:nvPr>
        </p:nvSpPr>
        <p:spPr>
          <a:xfrm>
            <a:off x="2005675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191" name="Google Shape;191;p12"/>
          <p:cNvSpPr/>
          <p:nvPr>
            <p:ph idx="26" type="pic"/>
          </p:nvPr>
        </p:nvSpPr>
        <p:spPr>
          <a:xfrm>
            <a:off x="3784263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192" name="Google Shape;192;p12"/>
          <p:cNvSpPr/>
          <p:nvPr>
            <p:ph idx="27" type="pic"/>
          </p:nvPr>
        </p:nvSpPr>
        <p:spPr>
          <a:xfrm>
            <a:off x="5560913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193" name="Google Shape;193;p12"/>
          <p:cNvSpPr/>
          <p:nvPr>
            <p:ph idx="28" type="pic"/>
          </p:nvPr>
        </p:nvSpPr>
        <p:spPr>
          <a:xfrm>
            <a:off x="7337563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194" name="Google Shape;194;p12"/>
          <p:cNvSpPr txBox="1"/>
          <p:nvPr>
            <p:ph idx="29" type="body"/>
          </p:nvPr>
        </p:nvSpPr>
        <p:spPr>
          <a:xfrm>
            <a:off x="7337076" y="2943275"/>
            <a:ext cx="1580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95" name="Google Shape;195;p12"/>
          <p:cNvSpPr txBox="1"/>
          <p:nvPr>
            <p:ph idx="30" type="body"/>
          </p:nvPr>
        </p:nvSpPr>
        <p:spPr>
          <a:xfrm>
            <a:off x="5559688" y="2943275"/>
            <a:ext cx="1580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96" name="Google Shape;196;p12"/>
          <p:cNvSpPr txBox="1"/>
          <p:nvPr>
            <p:ph idx="31" type="body"/>
          </p:nvPr>
        </p:nvSpPr>
        <p:spPr>
          <a:xfrm>
            <a:off x="3782188" y="2943275"/>
            <a:ext cx="1580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97" name="Google Shape;197;p12"/>
          <p:cNvSpPr txBox="1"/>
          <p:nvPr>
            <p:ph idx="32" type="body"/>
          </p:nvPr>
        </p:nvSpPr>
        <p:spPr>
          <a:xfrm>
            <a:off x="2005163" y="2943275"/>
            <a:ext cx="1580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98" name="Google Shape;198;p12"/>
          <p:cNvSpPr txBox="1"/>
          <p:nvPr>
            <p:ph idx="33" type="body"/>
          </p:nvPr>
        </p:nvSpPr>
        <p:spPr>
          <a:xfrm>
            <a:off x="226738" y="2943275"/>
            <a:ext cx="1580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99" name="Google Shape;199;p12"/>
          <p:cNvSpPr txBox="1"/>
          <p:nvPr>
            <p:ph idx="34" type="body"/>
          </p:nvPr>
        </p:nvSpPr>
        <p:spPr>
          <a:xfrm>
            <a:off x="7339448" y="1511381"/>
            <a:ext cx="1580400" cy="971100"/>
          </a:xfrm>
          <a:prstGeom prst="rect">
            <a:avLst/>
          </a:prstGeom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00" name="Google Shape;200;p12"/>
          <p:cNvSpPr txBox="1"/>
          <p:nvPr>
            <p:ph idx="35" type="body"/>
          </p:nvPr>
        </p:nvSpPr>
        <p:spPr>
          <a:xfrm>
            <a:off x="5562058" y="1511381"/>
            <a:ext cx="1580400" cy="971100"/>
          </a:xfrm>
          <a:prstGeom prst="rect">
            <a:avLst/>
          </a:prstGeom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01" name="Google Shape;201;p12"/>
          <p:cNvSpPr txBox="1"/>
          <p:nvPr>
            <p:ph idx="36" type="body"/>
          </p:nvPr>
        </p:nvSpPr>
        <p:spPr>
          <a:xfrm>
            <a:off x="3784555" y="1511381"/>
            <a:ext cx="1580400" cy="971100"/>
          </a:xfrm>
          <a:prstGeom prst="rect">
            <a:avLst/>
          </a:prstGeom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02" name="Google Shape;202;p12"/>
          <p:cNvSpPr txBox="1"/>
          <p:nvPr>
            <p:ph idx="37" type="body"/>
          </p:nvPr>
        </p:nvSpPr>
        <p:spPr>
          <a:xfrm>
            <a:off x="2007528" y="1511381"/>
            <a:ext cx="1580400" cy="971100"/>
          </a:xfrm>
          <a:prstGeom prst="rect">
            <a:avLst/>
          </a:prstGeom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03" name="Google Shape;203;p12"/>
          <p:cNvSpPr txBox="1"/>
          <p:nvPr>
            <p:ph idx="38" type="body"/>
          </p:nvPr>
        </p:nvSpPr>
        <p:spPr>
          <a:xfrm>
            <a:off x="229100" y="1511381"/>
            <a:ext cx="1580400" cy="971100"/>
          </a:xfrm>
          <a:prstGeom prst="rect">
            <a:avLst/>
          </a:prstGeom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folder background">
  <p:cSld name="CUSTOM_1_1_1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3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206" name="Google Shape;206;p13"/>
          <p:cNvSpPr txBox="1"/>
          <p:nvPr>
            <p:ph type="title"/>
          </p:nvPr>
        </p:nvSpPr>
        <p:spPr>
          <a:xfrm>
            <a:off x="4228867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07" name="Google Shape;207;p13"/>
          <p:cNvSpPr txBox="1"/>
          <p:nvPr>
            <p:ph idx="2"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08" name="Google Shape;208;p13"/>
          <p:cNvSpPr txBox="1"/>
          <p:nvPr>
            <p:ph idx="3" type="title"/>
          </p:nvPr>
        </p:nvSpPr>
        <p:spPr>
          <a:xfrm>
            <a:off x="1314610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09" name="Google Shape;209;p13"/>
          <p:cNvSpPr txBox="1"/>
          <p:nvPr>
            <p:ph idx="4" type="title"/>
          </p:nvPr>
        </p:nvSpPr>
        <p:spPr>
          <a:xfrm>
            <a:off x="2777959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10" name="Google Shape;210;p13"/>
          <p:cNvSpPr txBox="1"/>
          <p:nvPr>
            <p:ph idx="5" type="title"/>
          </p:nvPr>
        </p:nvSpPr>
        <p:spPr>
          <a:xfrm>
            <a:off x="596525" y="753313"/>
            <a:ext cx="7062000" cy="615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1" name="Google Shape;211;p13"/>
          <p:cNvSpPr txBox="1"/>
          <p:nvPr>
            <p:ph idx="1" type="subTitle"/>
          </p:nvPr>
        </p:nvSpPr>
        <p:spPr>
          <a:xfrm>
            <a:off x="1950863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13"/>
          <p:cNvSpPr txBox="1"/>
          <p:nvPr>
            <p:ph idx="6" type="subTitle"/>
          </p:nvPr>
        </p:nvSpPr>
        <p:spPr>
          <a:xfrm>
            <a:off x="3726825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13"/>
          <p:cNvSpPr txBox="1"/>
          <p:nvPr>
            <p:ph idx="7" type="subTitle"/>
          </p:nvPr>
        </p:nvSpPr>
        <p:spPr>
          <a:xfrm>
            <a:off x="5503900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p13"/>
          <p:cNvSpPr txBox="1"/>
          <p:nvPr>
            <p:ph idx="8" type="subTitle"/>
          </p:nvPr>
        </p:nvSpPr>
        <p:spPr>
          <a:xfrm>
            <a:off x="7282625" y="1724120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13"/>
          <p:cNvSpPr txBox="1"/>
          <p:nvPr>
            <p:ph idx="9" type="subTitle"/>
          </p:nvPr>
        </p:nvSpPr>
        <p:spPr>
          <a:xfrm>
            <a:off x="337750" y="420722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216" name="Google Shape;216;p13"/>
          <p:cNvSpPr txBox="1"/>
          <p:nvPr>
            <p:ph idx="13" type="subTitle"/>
          </p:nvPr>
        </p:nvSpPr>
        <p:spPr>
          <a:xfrm>
            <a:off x="337750" y="37373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217" name="Google Shape;217;p13"/>
          <p:cNvSpPr txBox="1"/>
          <p:nvPr>
            <p:ph idx="14" type="subTitle"/>
          </p:nvPr>
        </p:nvSpPr>
        <p:spPr>
          <a:xfrm>
            <a:off x="337750" y="32477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218" name="Google Shape;218;p13"/>
          <p:cNvSpPr txBox="1"/>
          <p:nvPr>
            <p:ph idx="15" type="subTitle"/>
          </p:nvPr>
        </p:nvSpPr>
        <p:spPr>
          <a:xfrm>
            <a:off x="337750" y="27581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219" name="Google Shape;219;p13"/>
          <p:cNvSpPr txBox="1"/>
          <p:nvPr>
            <p:ph idx="16" type="subTitle"/>
          </p:nvPr>
        </p:nvSpPr>
        <p:spPr>
          <a:xfrm>
            <a:off x="337750" y="22685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220" name="Google Shape;220;p13"/>
          <p:cNvSpPr txBox="1"/>
          <p:nvPr>
            <p:ph idx="17" type="body"/>
          </p:nvPr>
        </p:nvSpPr>
        <p:spPr>
          <a:xfrm>
            <a:off x="7279013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21" name="Google Shape;221;p13"/>
          <p:cNvSpPr txBox="1"/>
          <p:nvPr>
            <p:ph idx="18" type="body"/>
          </p:nvPr>
        </p:nvSpPr>
        <p:spPr>
          <a:xfrm>
            <a:off x="7279013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22" name="Google Shape;222;p13"/>
          <p:cNvSpPr txBox="1"/>
          <p:nvPr>
            <p:ph idx="19" type="body"/>
          </p:nvPr>
        </p:nvSpPr>
        <p:spPr>
          <a:xfrm>
            <a:off x="7279013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23" name="Google Shape;223;p13"/>
          <p:cNvSpPr txBox="1"/>
          <p:nvPr>
            <p:ph idx="20" type="body"/>
          </p:nvPr>
        </p:nvSpPr>
        <p:spPr>
          <a:xfrm>
            <a:off x="7279013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24" name="Google Shape;224;p13"/>
          <p:cNvSpPr txBox="1"/>
          <p:nvPr>
            <p:ph idx="21" type="body"/>
          </p:nvPr>
        </p:nvSpPr>
        <p:spPr>
          <a:xfrm>
            <a:off x="7279013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25" name="Google Shape;225;p13"/>
          <p:cNvSpPr txBox="1"/>
          <p:nvPr>
            <p:ph idx="22" type="body"/>
          </p:nvPr>
        </p:nvSpPr>
        <p:spPr>
          <a:xfrm>
            <a:off x="5503913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26" name="Google Shape;226;p13"/>
          <p:cNvSpPr txBox="1"/>
          <p:nvPr>
            <p:ph idx="23" type="body"/>
          </p:nvPr>
        </p:nvSpPr>
        <p:spPr>
          <a:xfrm>
            <a:off x="5503913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27" name="Google Shape;227;p13"/>
          <p:cNvSpPr txBox="1"/>
          <p:nvPr>
            <p:ph idx="24" type="body"/>
          </p:nvPr>
        </p:nvSpPr>
        <p:spPr>
          <a:xfrm>
            <a:off x="5503913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28" name="Google Shape;228;p13"/>
          <p:cNvSpPr txBox="1"/>
          <p:nvPr>
            <p:ph idx="25" type="body"/>
          </p:nvPr>
        </p:nvSpPr>
        <p:spPr>
          <a:xfrm>
            <a:off x="5503913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29" name="Google Shape;229;p13"/>
          <p:cNvSpPr txBox="1"/>
          <p:nvPr>
            <p:ph idx="26" type="body"/>
          </p:nvPr>
        </p:nvSpPr>
        <p:spPr>
          <a:xfrm>
            <a:off x="5503913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30" name="Google Shape;230;p13"/>
          <p:cNvSpPr txBox="1"/>
          <p:nvPr>
            <p:ph idx="27" type="body"/>
          </p:nvPr>
        </p:nvSpPr>
        <p:spPr>
          <a:xfrm>
            <a:off x="3722638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31" name="Google Shape;231;p13"/>
          <p:cNvSpPr txBox="1"/>
          <p:nvPr>
            <p:ph idx="28" type="body"/>
          </p:nvPr>
        </p:nvSpPr>
        <p:spPr>
          <a:xfrm>
            <a:off x="3722638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32" name="Google Shape;232;p13"/>
          <p:cNvSpPr txBox="1"/>
          <p:nvPr>
            <p:ph idx="29" type="body"/>
          </p:nvPr>
        </p:nvSpPr>
        <p:spPr>
          <a:xfrm>
            <a:off x="3722638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33" name="Google Shape;233;p13"/>
          <p:cNvSpPr txBox="1"/>
          <p:nvPr>
            <p:ph idx="30" type="body"/>
          </p:nvPr>
        </p:nvSpPr>
        <p:spPr>
          <a:xfrm>
            <a:off x="3722638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34" name="Google Shape;234;p13"/>
          <p:cNvSpPr txBox="1"/>
          <p:nvPr>
            <p:ph idx="31" type="body"/>
          </p:nvPr>
        </p:nvSpPr>
        <p:spPr>
          <a:xfrm>
            <a:off x="3722638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35" name="Google Shape;235;p13"/>
          <p:cNvSpPr txBox="1"/>
          <p:nvPr>
            <p:ph idx="32" type="body"/>
          </p:nvPr>
        </p:nvSpPr>
        <p:spPr>
          <a:xfrm>
            <a:off x="1941375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36" name="Google Shape;236;p13"/>
          <p:cNvSpPr txBox="1"/>
          <p:nvPr>
            <p:ph idx="33" type="body"/>
          </p:nvPr>
        </p:nvSpPr>
        <p:spPr>
          <a:xfrm>
            <a:off x="1941375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37" name="Google Shape;237;p13"/>
          <p:cNvSpPr txBox="1"/>
          <p:nvPr>
            <p:ph idx="34" type="body"/>
          </p:nvPr>
        </p:nvSpPr>
        <p:spPr>
          <a:xfrm>
            <a:off x="1941375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38" name="Google Shape;238;p13"/>
          <p:cNvSpPr txBox="1"/>
          <p:nvPr>
            <p:ph idx="35" type="body"/>
          </p:nvPr>
        </p:nvSpPr>
        <p:spPr>
          <a:xfrm>
            <a:off x="1941375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39" name="Google Shape;239;p13"/>
          <p:cNvSpPr txBox="1"/>
          <p:nvPr>
            <p:ph idx="36" type="body"/>
          </p:nvPr>
        </p:nvSpPr>
        <p:spPr>
          <a:xfrm>
            <a:off x="1941375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folder background 2">
  <p:cSld name="CUSTOM_1_1_1_3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4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242" name="Google Shape;242;p14"/>
          <p:cNvSpPr txBox="1"/>
          <p:nvPr>
            <p:ph type="title"/>
          </p:nvPr>
        </p:nvSpPr>
        <p:spPr>
          <a:xfrm>
            <a:off x="4228867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43" name="Google Shape;243;p14"/>
          <p:cNvSpPr txBox="1"/>
          <p:nvPr>
            <p:ph idx="2"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44" name="Google Shape;244;p14"/>
          <p:cNvSpPr txBox="1"/>
          <p:nvPr>
            <p:ph idx="3" type="title"/>
          </p:nvPr>
        </p:nvSpPr>
        <p:spPr>
          <a:xfrm>
            <a:off x="1314610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45" name="Google Shape;245;p14"/>
          <p:cNvSpPr txBox="1"/>
          <p:nvPr>
            <p:ph idx="4" type="title"/>
          </p:nvPr>
        </p:nvSpPr>
        <p:spPr>
          <a:xfrm>
            <a:off x="2777959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46" name="Google Shape;246;p14"/>
          <p:cNvSpPr txBox="1"/>
          <p:nvPr>
            <p:ph idx="1" type="body"/>
          </p:nvPr>
        </p:nvSpPr>
        <p:spPr>
          <a:xfrm>
            <a:off x="7279013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7" name="Google Shape;247;p14"/>
          <p:cNvSpPr txBox="1"/>
          <p:nvPr>
            <p:ph idx="5" type="body"/>
          </p:nvPr>
        </p:nvSpPr>
        <p:spPr>
          <a:xfrm>
            <a:off x="7279013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8" name="Google Shape;248;p14"/>
          <p:cNvSpPr txBox="1"/>
          <p:nvPr>
            <p:ph idx="6" type="body"/>
          </p:nvPr>
        </p:nvSpPr>
        <p:spPr>
          <a:xfrm>
            <a:off x="7279013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9" name="Google Shape;249;p14"/>
          <p:cNvSpPr txBox="1"/>
          <p:nvPr>
            <p:ph idx="7" type="body"/>
          </p:nvPr>
        </p:nvSpPr>
        <p:spPr>
          <a:xfrm>
            <a:off x="7279013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50" name="Google Shape;250;p14"/>
          <p:cNvSpPr txBox="1"/>
          <p:nvPr>
            <p:ph idx="8" type="body"/>
          </p:nvPr>
        </p:nvSpPr>
        <p:spPr>
          <a:xfrm>
            <a:off x="7279013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51" name="Google Shape;251;p14"/>
          <p:cNvSpPr txBox="1"/>
          <p:nvPr>
            <p:ph idx="9" type="body"/>
          </p:nvPr>
        </p:nvSpPr>
        <p:spPr>
          <a:xfrm>
            <a:off x="5503913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52" name="Google Shape;252;p14"/>
          <p:cNvSpPr txBox="1"/>
          <p:nvPr>
            <p:ph idx="13" type="body"/>
          </p:nvPr>
        </p:nvSpPr>
        <p:spPr>
          <a:xfrm>
            <a:off x="5503913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53" name="Google Shape;253;p14"/>
          <p:cNvSpPr txBox="1"/>
          <p:nvPr>
            <p:ph idx="14" type="body"/>
          </p:nvPr>
        </p:nvSpPr>
        <p:spPr>
          <a:xfrm>
            <a:off x="5503913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54" name="Google Shape;254;p14"/>
          <p:cNvSpPr txBox="1"/>
          <p:nvPr>
            <p:ph idx="15" type="body"/>
          </p:nvPr>
        </p:nvSpPr>
        <p:spPr>
          <a:xfrm>
            <a:off x="5503913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55" name="Google Shape;255;p14"/>
          <p:cNvSpPr txBox="1"/>
          <p:nvPr>
            <p:ph idx="16" type="body"/>
          </p:nvPr>
        </p:nvSpPr>
        <p:spPr>
          <a:xfrm>
            <a:off x="5503913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56" name="Google Shape;256;p14"/>
          <p:cNvSpPr txBox="1"/>
          <p:nvPr>
            <p:ph idx="17" type="body"/>
          </p:nvPr>
        </p:nvSpPr>
        <p:spPr>
          <a:xfrm>
            <a:off x="3722638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57" name="Google Shape;257;p14"/>
          <p:cNvSpPr txBox="1"/>
          <p:nvPr>
            <p:ph idx="18" type="body"/>
          </p:nvPr>
        </p:nvSpPr>
        <p:spPr>
          <a:xfrm>
            <a:off x="3722638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58" name="Google Shape;258;p14"/>
          <p:cNvSpPr txBox="1"/>
          <p:nvPr>
            <p:ph idx="19" type="body"/>
          </p:nvPr>
        </p:nvSpPr>
        <p:spPr>
          <a:xfrm>
            <a:off x="3722638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59" name="Google Shape;259;p14"/>
          <p:cNvSpPr txBox="1"/>
          <p:nvPr>
            <p:ph idx="20" type="body"/>
          </p:nvPr>
        </p:nvSpPr>
        <p:spPr>
          <a:xfrm>
            <a:off x="3722638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0" name="Google Shape;260;p14"/>
          <p:cNvSpPr txBox="1"/>
          <p:nvPr>
            <p:ph idx="21" type="body"/>
          </p:nvPr>
        </p:nvSpPr>
        <p:spPr>
          <a:xfrm>
            <a:off x="3722638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1" name="Google Shape;261;p14"/>
          <p:cNvSpPr txBox="1"/>
          <p:nvPr>
            <p:ph idx="22" type="body"/>
          </p:nvPr>
        </p:nvSpPr>
        <p:spPr>
          <a:xfrm>
            <a:off x="1941375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2" name="Google Shape;262;p14"/>
          <p:cNvSpPr txBox="1"/>
          <p:nvPr>
            <p:ph idx="23" type="body"/>
          </p:nvPr>
        </p:nvSpPr>
        <p:spPr>
          <a:xfrm>
            <a:off x="1941375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3" name="Google Shape;263;p14"/>
          <p:cNvSpPr txBox="1"/>
          <p:nvPr>
            <p:ph idx="24" type="body"/>
          </p:nvPr>
        </p:nvSpPr>
        <p:spPr>
          <a:xfrm>
            <a:off x="1941375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4" name="Google Shape;264;p14"/>
          <p:cNvSpPr txBox="1"/>
          <p:nvPr>
            <p:ph idx="25" type="body"/>
          </p:nvPr>
        </p:nvSpPr>
        <p:spPr>
          <a:xfrm>
            <a:off x="1941375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5" name="Google Shape;265;p14"/>
          <p:cNvSpPr txBox="1"/>
          <p:nvPr>
            <p:ph idx="26" type="body"/>
          </p:nvPr>
        </p:nvSpPr>
        <p:spPr>
          <a:xfrm>
            <a:off x="1941375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6" name="Google Shape;266;p14"/>
          <p:cNvSpPr txBox="1"/>
          <p:nvPr>
            <p:ph idx="27" type="subTitle"/>
          </p:nvPr>
        </p:nvSpPr>
        <p:spPr>
          <a:xfrm>
            <a:off x="7282625" y="1724120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7" name="Google Shape;267;p14"/>
          <p:cNvSpPr txBox="1"/>
          <p:nvPr>
            <p:ph idx="28" type="subTitle"/>
          </p:nvPr>
        </p:nvSpPr>
        <p:spPr>
          <a:xfrm>
            <a:off x="337750" y="420722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268" name="Google Shape;268;p14"/>
          <p:cNvSpPr txBox="1"/>
          <p:nvPr>
            <p:ph idx="29" type="subTitle"/>
          </p:nvPr>
        </p:nvSpPr>
        <p:spPr>
          <a:xfrm>
            <a:off x="337750" y="37373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269" name="Google Shape;269;p14"/>
          <p:cNvSpPr txBox="1"/>
          <p:nvPr>
            <p:ph idx="30" type="subTitle"/>
          </p:nvPr>
        </p:nvSpPr>
        <p:spPr>
          <a:xfrm>
            <a:off x="337750" y="32477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270" name="Google Shape;270;p14"/>
          <p:cNvSpPr txBox="1"/>
          <p:nvPr>
            <p:ph idx="31" type="subTitle"/>
          </p:nvPr>
        </p:nvSpPr>
        <p:spPr>
          <a:xfrm>
            <a:off x="337750" y="27581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271" name="Google Shape;271;p14"/>
          <p:cNvSpPr txBox="1"/>
          <p:nvPr>
            <p:ph idx="32" type="subTitle"/>
          </p:nvPr>
        </p:nvSpPr>
        <p:spPr>
          <a:xfrm>
            <a:off x="337750" y="22685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272" name="Google Shape;272;p14"/>
          <p:cNvSpPr txBox="1"/>
          <p:nvPr>
            <p:ph idx="33" type="title"/>
          </p:nvPr>
        </p:nvSpPr>
        <p:spPr>
          <a:xfrm>
            <a:off x="596525" y="753313"/>
            <a:ext cx="7062000" cy="615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3" name="Google Shape;273;p14"/>
          <p:cNvSpPr txBox="1"/>
          <p:nvPr>
            <p:ph idx="34" type="subTitle"/>
          </p:nvPr>
        </p:nvSpPr>
        <p:spPr>
          <a:xfrm>
            <a:off x="1950863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4" name="Google Shape;274;p14"/>
          <p:cNvSpPr txBox="1"/>
          <p:nvPr>
            <p:ph idx="35" type="subTitle"/>
          </p:nvPr>
        </p:nvSpPr>
        <p:spPr>
          <a:xfrm>
            <a:off x="3726825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5" name="Google Shape;275;p14"/>
          <p:cNvSpPr txBox="1"/>
          <p:nvPr>
            <p:ph idx="36" type="subTitle"/>
          </p:nvPr>
        </p:nvSpPr>
        <p:spPr>
          <a:xfrm>
            <a:off x="5503900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731">
          <p15:clr>
            <a:srgbClr val="E46962"/>
          </p15:clr>
        </p15:guide>
        <p15:guide id="2" orient="horz" pos="2435">
          <p15:clr>
            <a:srgbClr val="E46962"/>
          </p15:clr>
        </p15:guide>
        <p15:guide id="3" orient="horz" pos="1819">
          <p15:clr>
            <a:srgbClr val="E46962"/>
          </p15:clr>
        </p15:guide>
        <p15:guide id="4" orient="horz" pos="2129">
          <p15:clr>
            <a:srgbClr val="E46962"/>
          </p15:clr>
        </p15:guide>
        <p15:guide id="5" orient="horz" pos="1510">
          <p15:clr>
            <a:srgbClr val="E46962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and folder background">
  <p:cSld name="CUSTOM_1_1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5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278" name="Google Shape;278;p15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79" name="Google Shape;279;p15"/>
          <p:cNvSpPr txBox="1"/>
          <p:nvPr>
            <p:ph idx="2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80" name="Google Shape;280;p15"/>
          <p:cNvSpPr txBox="1"/>
          <p:nvPr>
            <p:ph idx="3" type="subTitle"/>
          </p:nvPr>
        </p:nvSpPr>
        <p:spPr>
          <a:xfrm>
            <a:off x="57241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81" name="Google Shape;281;p15"/>
          <p:cNvSpPr txBox="1"/>
          <p:nvPr>
            <p:ph type="title"/>
          </p:nvPr>
        </p:nvSpPr>
        <p:spPr>
          <a:xfrm>
            <a:off x="2777959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82" name="Google Shape;282;p15"/>
          <p:cNvSpPr txBox="1"/>
          <p:nvPr>
            <p:ph idx="4" type="subTitle"/>
          </p:nvPr>
        </p:nvSpPr>
        <p:spPr>
          <a:xfrm>
            <a:off x="4617888" y="2276000"/>
            <a:ext cx="4291500" cy="525600"/>
          </a:xfrm>
          <a:prstGeom prst="rect">
            <a:avLst/>
          </a:prstGeom>
        </p:spPr>
        <p:txBody>
          <a:bodyPr anchorCtr="0" anchor="t" bIns="0" lIns="180000" spcFirstLastPara="1" rIns="18000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cxnSp>
        <p:nvCxnSpPr>
          <p:cNvPr id="283" name="Google Shape;283;p15"/>
          <p:cNvCxnSpPr/>
          <p:nvPr/>
        </p:nvCxnSpPr>
        <p:spPr>
          <a:xfrm rot="10800000">
            <a:off x="5397992" y="3025650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84" name="Google Shape;284;p15"/>
          <p:cNvCxnSpPr/>
          <p:nvPr/>
        </p:nvCxnSpPr>
        <p:spPr>
          <a:xfrm rot="10800000">
            <a:off x="6114201" y="3025007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85" name="Google Shape;285;p15"/>
          <p:cNvCxnSpPr/>
          <p:nvPr/>
        </p:nvCxnSpPr>
        <p:spPr>
          <a:xfrm rot="10800000">
            <a:off x="6816098" y="3025650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86" name="Google Shape;286;p15"/>
          <p:cNvCxnSpPr/>
          <p:nvPr/>
        </p:nvCxnSpPr>
        <p:spPr>
          <a:xfrm rot="10800000">
            <a:off x="7517325" y="3025650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87" name="Google Shape;287;p15"/>
          <p:cNvCxnSpPr/>
          <p:nvPr/>
        </p:nvCxnSpPr>
        <p:spPr>
          <a:xfrm rot="10800000">
            <a:off x="8218904" y="3025011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88" name="Google Shape;288;p15"/>
          <p:cNvCxnSpPr/>
          <p:nvPr/>
        </p:nvCxnSpPr>
        <p:spPr>
          <a:xfrm rot="10800000">
            <a:off x="5043384" y="4397242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89" name="Google Shape;289;p15"/>
          <p:cNvCxnSpPr/>
          <p:nvPr/>
        </p:nvCxnSpPr>
        <p:spPr>
          <a:xfrm rot="10800000">
            <a:off x="5043384" y="4106948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90" name="Google Shape;290;p15"/>
          <p:cNvCxnSpPr/>
          <p:nvPr/>
        </p:nvCxnSpPr>
        <p:spPr>
          <a:xfrm rot="10800000">
            <a:off x="5043384" y="3813733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91" name="Google Shape;291;p15"/>
          <p:cNvCxnSpPr/>
          <p:nvPr/>
        </p:nvCxnSpPr>
        <p:spPr>
          <a:xfrm rot="10800000">
            <a:off x="5043384" y="3521491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92" name="Google Shape;292;p15"/>
          <p:cNvCxnSpPr/>
          <p:nvPr/>
        </p:nvCxnSpPr>
        <p:spPr>
          <a:xfrm rot="10800000">
            <a:off x="5043384" y="3228574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93" name="Google Shape;293;p15"/>
          <p:cNvCxnSpPr/>
          <p:nvPr/>
        </p:nvCxnSpPr>
        <p:spPr>
          <a:xfrm rot="10800000">
            <a:off x="5043640" y="4602364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4" name="Google Shape;294;p15"/>
          <p:cNvCxnSpPr/>
          <p:nvPr/>
        </p:nvCxnSpPr>
        <p:spPr>
          <a:xfrm rot="10800000">
            <a:off x="5043455" y="3022856"/>
            <a:ext cx="0" cy="1582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5" name="Google Shape;295;p15"/>
          <p:cNvSpPr txBox="1"/>
          <p:nvPr>
            <p:ph idx="5" type="subTitle"/>
          </p:nvPr>
        </p:nvSpPr>
        <p:spPr>
          <a:xfrm>
            <a:off x="392000" y="4601800"/>
            <a:ext cx="9165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96" name="Google Shape;296;p15"/>
          <p:cNvSpPr txBox="1"/>
          <p:nvPr>
            <p:ph idx="6" type="subTitle"/>
          </p:nvPr>
        </p:nvSpPr>
        <p:spPr>
          <a:xfrm>
            <a:off x="1390838" y="4601800"/>
            <a:ext cx="9165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97" name="Google Shape;297;p15"/>
          <p:cNvSpPr txBox="1"/>
          <p:nvPr>
            <p:ph idx="7" type="subTitle"/>
          </p:nvPr>
        </p:nvSpPr>
        <p:spPr>
          <a:xfrm>
            <a:off x="2389500" y="4602800"/>
            <a:ext cx="903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98" name="Google Shape;298;p15"/>
          <p:cNvSpPr txBox="1"/>
          <p:nvPr>
            <p:ph idx="8" type="subTitle"/>
          </p:nvPr>
        </p:nvSpPr>
        <p:spPr>
          <a:xfrm>
            <a:off x="3388150" y="4601800"/>
            <a:ext cx="9603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99" name="Google Shape;299;p15"/>
          <p:cNvSpPr txBox="1"/>
          <p:nvPr>
            <p:ph idx="9" type="subTitle"/>
          </p:nvPr>
        </p:nvSpPr>
        <p:spPr>
          <a:xfrm>
            <a:off x="392025" y="4022425"/>
            <a:ext cx="916500" cy="579600"/>
          </a:xfrm>
          <a:prstGeom prst="rect">
            <a:avLst/>
          </a:prstGeom>
        </p:spPr>
        <p:txBody>
          <a:bodyPr anchorCtr="0" anchor="b" bIns="0" lIns="54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Medium"/>
              <a:buNone/>
              <a:defRPr sz="3000">
                <a:latin typeface="Hanken Grotesk Medium"/>
                <a:ea typeface="Hanken Grotesk Medium"/>
                <a:cs typeface="Hanken Grotesk Medium"/>
                <a:sym typeface="Hanken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0" name="Google Shape;300;p15"/>
          <p:cNvSpPr txBox="1"/>
          <p:nvPr>
            <p:ph idx="13" type="subTitle"/>
          </p:nvPr>
        </p:nvSpPr>
        <p:spPr>
          <a:xfrm>
            <a:off x="1391050" y="3875575"/>
            <a:ext cx="916500" cy="726600"/>
          </a:xfrm>
          <a:prstGeom prst="rect">
            <a:avLst/>
          </a:prstGeom>
        </p:spPr>
        <p:txBody>
          <a:bodyPr anchorCtr="0" anchor="b" bIns="0" lIns="54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Medium"/>
              <a:buNone/>
              <a:defRPr sz="3000">
                <a:latin typeface="Hanken Grotesk Medium"/>
                <a:ea typeface="Hanken Grotesk Medium"/>
                <a:cs typeface="Hanken Grotesk Medium"/>
                <a:sym typeface="Hanken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1" name="Google Shape;301;p15"/>
          <p:cNvSpPr txBox="1"/>
          <p:nvPr>
            <p:ph idx="14" type="subTitle"/>
          </p:nvPr>
        </p:nvSpPr>
        <p:spPr>
          <a:xfrm>
            <a:off x="2390200" y="3875575"/>
            <a:ext cx="916500" cy="726600"/>
          </a:xfrm>
          <a:prstGeom prst="rect">
            <a:avLst/>
          </a:prstGeom>
        </p:spPr>
        <p:txBody>
          <a:bodyPr anchorCtr="0" anchor="b" bIns="0" lIns="54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Medium"/>
              <a:buNone/>
              <a:defRPr sz="3000">
                <a:latin typeface="Hanken Grotesk Medium"/>
                <a:ea typeface="Hanken Grotesk Medium"/>
                <a:cs typeface="Hanken Grotesk Medium"/>
                <a:sym typeface="Hanken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2" name="Google Shape;302;p15"/>
          <p:cNvSpPr txBox="1"/>
          <p:nvPr>
            <p:ph idx="15" type="subTitle"/>
          </p:nvPr>
        </p:nvSpPr>
        <p:spPr>
          <a:xfrm>
            <a:off x="3394525" y="4022425"/>
            <a:ext cx="954000" cy="579600"/>
          </a:xfrm>
          <a:prstGeom prst="rect">
            <a:avLst/>
          </a:prstGeom>
        </p:spPr>
        <p:txBody>
          <a:bodyPr anchorCtr="0" anchor="b" bIns="0" lIns="54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Medium"/>
              <a:buNone/>
              <a:defRPr sz="3000">
                <a:latin typeface="Hanken Grotesk Medium"/>
                <a:ea typeface="Hanken Grotesk Medium"/>
                <a:cs typeface="Hanken Grotesk Medium"/>
                <a:sym typeface="Hanken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3" name="Google Shape;303;p15"/>
          <p:cNvSpPr txBox="1"/>
          <p:nvPr>
            <p:ph idx="16" type="subTitle"/>
          </p:nvPr>
        </p:nvSpPr>
        <p:spPr>
          <a:xfrm>
            <a:off x="227625" y="2276000"/>
            <a:ext cx="4291500" cy="525600"/>
          </a:xfrm>
          <a:prstGeom prst="rect">
            <a:avLst/>
          </a:prstGeom>
        </p:spPr>
        <p:txBody>
          <a:bodyPr anchorCtr="0" anchor="t" bIns="0" lIns="180000" spcFirstLastPara="1" rIns="18000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304" name="Google Shape;304;p15"/>
          <p:cNvSpPr txBox="1"/>
          <p:nvPr>
            <p:ph idx="17" type="subTitle"/>
          </p:nvPr>
        </p:nvSpPr>
        <p:spPr>
          <a:xfrm>
            <a:off x="5401957" y="4602450"/>
            <a:ext cx="507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5" name="Google Shape;305;p15"/>
          <p:cNvSpPr txBox="1"/>
          <p:nvPr>
            <p:ph idx="18" type="subTitle"/>
          </p:nvPr>
        </p:nvSpPr>
        <p:spPr>
          <a:xfrm>
            <a:off x="6104132" y="4602450"/>
            <a:ext cx="507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6" name="Google Shape;306;p15"/>
          <p:cNvSpPr txBox="1"/>
          <p:nvPr>
            <p:ph idx="19" type="subTitle"/>
          </p:nvPr>
        </p:nvSpPr>
        <p:spPr>
          <a:xfrm>
            <a:off x="6811663" y="4602450"/>
            <a:ext cx="507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7" name="Google Shape;307;p15"/>
          <p:cNvSpPr txBox="1"/>
          <p:nvPr>
            <p:ph idx="20" type="subTitle"/>
          </p:nvPr>
        </p:nvSpPr>
        <p:spPr>
          <a:xfrm>
            <a:off x="8220182" y="4602450"/>
            <a:ext cx="507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8" name="Google Shape;308;p15"/>
          <p:cNvSpPr txBox="1"/>
          <p:nvPr>
            <p:ph idx="21" type="subTitle"/>
          </p:nvPr>
        </p:nvSpPr>
        <p:spPr>
          <a:xfrm>
            <a:off x="7516525" y="4602450"/>
            <a:ext cx="507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9" name="Google Shape;309;p15"/>
          <p:cNvSpPr txBox="1"/>
          <p:nvPr>
            <p:ph idx="22" type="subTitle"/>
          </p:nvPr>
        </p:nvSpPr>
        <p:spPr>
          <a:xfrm>
            <a:off x="4695907" y="4059350"/>
            <a:ext cx="309600" cy="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0" name="Google Shape;310;p15"/>
          <p:cNvSpPr txBox="1"/>
          <p:nvPr>
            <p:ph idx="23" type="subTitle"/>
          </p:nvPr>
        </p:nvSpPr>
        <p:spPr>
          <a:xfrm>
            <a:off x="4695907" y="4358875"/>
            <a:ext cx="309600" cy="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1" name="Google Shape;311;p15"/>
          <p:cNvSpPr txBox="1"/>
          <p:nvPr>
            <p:ph idx="24" type="subTitle"/>
          </p:nvPr>
        </p:nvSpPr>
        <p:spPr>
          <a:xfrm>
            <a:off x="4695907" y="3474700"/>
            <a:ext cx="309600" cy="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2" name="Google Shape;312;p15"/>
          <p:cNvSpPr txBox="1"/>
          <p:nvPr>
            <p:ph idx="25" type="subTitle"/>
          </p:nvPr>
        </p:nvSpPr>
        <p:spPr>
          <a:xfrm>
            <a:off x="4695907" y="3777850"/>
            <a:ext cx="309600" cy="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3" name="Google Shape;313;p15"/>
          <p:cNvSpPr txBox="1"/>
          <p:nvPr>
            <p:ph idx="26" type="subTitle"/>
          </p:nvPr>
        </p:nvSpPr>
        <p:spPr>
          <a:xfrm>
            <a:off x="4695907" y="3181775"/>
            <a:ext cx="309600" cy="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4" name="Google Shape;314;p15"/>
          <p:cNvSpPr txBox="1"/>
          <p:nvPr>
            <p:ph idx="27" type="title"/>
          </p:nvPr>
        </p:nvSpPr>
        <p:spPr>
          <a:xfrm>
            <a:off x="593775" y="707062"/>
            <a:ext cx="7196400" cy="6159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s 2">
  <p:cSld name="CUSTOM_7_1_1_1_1_1_1_1_1_1_1_1_1_1_1_1_1_9"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6"/>
          <p:cNvSpPr txBox="1"/>
          <p:nvPr>
            <p:ph type="title"/>
          </p:nvPr>
        </p:nvSpPr>
        <p:spPr>
          <a:xfrm>
            <a:off x="2121700" y="637675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17" name="Google Shape;317;p16"/>
          <p:cNvSpPr txBox="1"/>
          <p:nvPr>
            <p:ph idx="2" type="title"/>
          </p:nvPr>
        </p:nvSpPr>
        <p:spPr>
          <a:xfrm>
            <a:off x="3899225" y="637675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18" name="Google Shape;318;p16"/>
          <p:cNvSpPr txBox="1"/>
          <p:nvPr>
            <p:ph idx="3" type="title"/>
          </p:nvPr>
        </p:nvSpPr>
        <p:spPr>
          <a:xfrm>
            <a:off x="5676475" y="637675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19" name="Google Shape;319;p16"/>
          <p:cNvSpPr txBox="1"/>
          <p:nvPr>
            <p:ph idx="4" type="title"/>
          </p:nvPr>
        </p:nvSpPr>
        <p:spPr>
          <a:xfrm>
            <a:off x="7453725" y="637675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20" name="Google Shape;320;p16"/>
          <p:cNvSpPr txBox="1"/>
          <p:nvPr>
            <p:ph idx="5" type="title"/>
          </p:nvPr>
        </p:nvSpPr>
        <p:spPr>
          <a:xfrm>
            <a:off x="341975" y="637675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21" name="Google Shape;321;p16"/>
          <p:cNvSpPr txBox="1"/>
          <p:nvPr>
            <p:ph idx="6" type="title"/>
          </p:nvPr>
        </p:nvSpPr>
        <p:spPr>
          <a:xfrm>
            <a:off x="2184250" y="1183050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22" name="Google Shape;322;p16"/>
          <p:cNvSpPr txBox="1"/>
          <p:nvPr>
            <p:ph idx="7" type="title"/>
          </p:nvPr>
        </p:nvSpPr>
        <p:spPr>
          <a:xfrm>
            <a:off x="3962263" y="1183050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23" name="Google Shape;323;p16"/>
          <p:cNvSpPr txBox="1"/>
          <p:nvPr>
            <p:ph idx="8" type="title"/>
          </p:nvPr>
        </p:nvSpPr>
        <p:spPr>
          <a:xfrm>
            <a:off x="406525" y="1183050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24" name="Google Shape;324;p16"/>
          <p:cNvSpPr txBox="1"/>
          <p:nvPr>
            <p:ph idx="9" type="title"/>
          </p:nvPr>
        </p:nvSpPr>
        <p:spPr>
          <a:xfrm>
            <a:off x="5729600" y="1183050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25" name="Google Shape;325;p16"/>
          <p:cNvSpPr txBox="1"/>
          <p:nvPr>
            <p:ph idx="13" type="title"/>
          </p:nvPr>
        </p:nvSpPr>
        <p:spPr>
          <a:xfrm>
            <a:off x="7518138" y="1183050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26" name="Google Shape;326;p16"/>
          <p:cNvSpPr txBox="1"/>
          <p:nvPr>
            <p:ph idx="1" type="body"/>
          </p:nvPr>
        </p:nvSpPr>
        <p:spPr>
          <a:xfrm>
            <a:off x="223881" y="3318500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27" name="Google Shape;327;p16"/>
          <p:cNvSpPr txBox="1"/>
          <p:nvPr>
            <p:ph idx="14" type="body"/>
          </p:nvPr>
        </p:nvSpPr>
        <p:spPr>
          <a:xfrm>
            <a:off x="2004019" y="3316400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28" name="Google Shape;328;p16"/>
          <p:cNvSpPr txBox="1"/>
          <p:nvPr>
            <p:ph idx="15" type="body"/>
          </p:nvPr>
        </p:nvSpPr>
        <p:spPr>
          <a:xfrm>
            <a:off x="3781781" y="3317450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29" name="Google Shape;329;p16"/>
          <p:cNvSpPr txBox="1"/>
          <p:nvPr>
            <p:ph idx="16" type="body"/>
          </p:nvPr>
        </p:nvSpPr>
        <p:spPr>
          <a:xfrm>
            <a:off x="5559956" y="3315350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30" name="Google Shape;330;p16"/>
          <p:cNvSpPr txBox="1"/>
          <p:nvPr>
            <p:ph idx="17" type="body"/>
          </p:nvPr>
        </p:nvSpPr>
        <p:spPr>
          <a:xfrm>
            <a:off x="7341056" y="3315350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31" name="Google Shape;331;p16"/>
          <p:cNvSpPr txBox="1"/>
          <p:nvPr>
            <p:ph idx="18" type="body"/>
          </p:nvPr>
        </p:nvSpPr>
        <p:spPr>
          <a:xfrm>
            <a:off x="223881" y="4143425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32" name="Google Shape;332;p16"/>
          <p:cNvSpPr txBox="1"/>
          <p:nvPr>
            <p:ph idx="19" type="body"/>
          </p:nvPr>
        </p:nvSpPr>
        <p:spPr>
          <a:xfrm>
            <a:off x="2004019" y="4143425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33" name="Google Shape;333;p16"/>
          <p:cNvSpPr txBox="1"/>
          <p:nvPr>
            <p:ph idx="20" type="body"/>
          </p:nvPr>
        </p:nvSpPr>
        <p:spPr>
          <a:xfrm>
            <a:off x="3781781" y="4143425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34" name="Google Shape;334;p16"/>
          <p:cNvSpPr txBox="1"/>
          <p:nvPr>
            <p:ph idx="21" type="body"/>
          </p:nvPr>
        </p:nvSpPr>
        <p:spPr>
          <a:xfrm>
            <a:off x="5559956" y="4143425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35" name="Google Shape;335;p16"/>
          <p:cNvSpPr txBox="1"/>
          <p:nvPr>
            <p:ph idx="22" type="body"/>
          </p:nvPr>
        </p:nvSpPr>
        <p:spPr>
          <a:xfrm>
            <a:off x="7341056" y="4143425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36" name="Google Shape;336;p16"/>
          <p:cNvSpPr txBox="1"/>
          <p:nvPr>
            <p:ph idx="23" type="title"/>
          </p:nvPr>
        </p:nvSpPr>
        <p:spPr>
          <a:xfrm>
            <a:off x="3782413" y="1925063"/>
            <a:ext cx="1778700" cy="651900"/>
          </a:xfrm>
          <a:prstGeom prst="rect">
            <a:avLst/>
          </a:prstGeom>
        </p:spPr>
        <p:txBody>
          <a:bodyPr anchorCtr="0" anchor="t" bIns="54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337" name="Google Shape;337;p16"/>
          <p:cNvSpPr txBox="1"/>
          <p:nvPr>
            <p:ph idx="24" type="title"/>
          </p:nvPr>
        </p:nvSpPr>
        <p:spPr>
          <a:xfrm>
            <a:off x="2004613" y="1924013"/>
            <a:ext cx="1778700" cy="651900"/>
          </a:xfrm>
          <a:prstGeom prst="rect">
            <a:avLst/>
          </a:prstGeom>
        </p:spPr>
        <p:txBody>
          <a:bodyPr anchorCtr="0" anchor="t" bIns="54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338" name="Google Shape;338;p16"/>
          <p:cNvSpPr txBox="1"/>
          <p:nvPr>
            <p:ph idx="25" type="title"/>
          </p:nvPr>
        </p:nvSpPr>
        <p:spPr>
          <a:xfrm>
            <a:off x="227650" y="1926113"/>
            <a:ext cx="1778700" cy="651900"/>
          </a:xfrm>
          <a:prstGeom prst="rect">
            <a:avLst/>
          </a:prstGeom>
        </p:spPr>
        <p:txBody>
          <a:bodyPr anchorCtr="0" anchor="t" bIns="54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339" name="Google Shape;339;p16"/>
          <p:cNvSpPr txBox="1"/>
          <p:nvPr>
            <p:ph idx="26" type="title"/>
          </p:nvPr>
        </p:nvSpPr>
        <p:spPr>
          <a:xfrm>
            <a:off x="7340875" y="1922963"/>
            <a:ext cx="1778700" cy="651900"/>
          </a:xfrm>
          <a:prstGeom prst="rect">
            <a:avLst/>
          </a:prstGeom>
        </p:spPr>
        <p:txBody>
          <a:bodyPr anchorCtr="0" anchor="t" bIns="54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340" name="Google Shape;340;p16"/>
          <p:cNvSpPr txBox="1"/>
          <p:nvPr>
            <p:ph idx="27" type="title"/>
          </p:nvPr>
        </p:nvSpPr>
        <p:spPr>
          <a:xfrm>
            <a:off x="5559375" y="1922963"/>
            <a:ext cx="1778700" cy="651900"/>
          </a:xfrm>
          <a:prstGeom prst="rect">
            <a:avLst/>
          </a:prstGeom>
        </p:spPr>
        <p:txBody>
          <a:bodyPr anchorCtr="0" anchor="t" bIns="54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341" name="Google Shape;341;p16"/>
          <p:cNvSpPr txBox="1"/>
          <p:nvPr>
            <p:ph idx="28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342" name="Google Shape;342;p16"/>
          <p:cNvSpPr txBox="1"/>
          <p:nvPr>
            <p:ph idx="29" type="body"/>
          </p:nvPr>
        </p:nvSpPr>
        <p:spPr>
          <a:xfrm>
            <a:off x="223881" y="2490413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43" name="Google Shape;343;p16"/>
          <p:cNvSpPr txBox="1"/>
          <p:nvPr>
            <p:ph idx="30" type="body"/>
          </p:nvPr>
        </p:nvSpPr>
        <p:spPr>
          <a:xfrm>
            <a:off x="2004019" y="2488313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44" name="Google Shape;344;p16"/>
          <p:cNvSpPr txBox="1"/>
          <p:nvPr>
            <p:ph idx="31" type="body"/>
          </p:nvPr>
        </p:nvSpPr>
        <p:spPr>
          <a:xfrm>
            <a:off x="3781781" y="2489363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45" name="Google Shape;345;p16"/>
          <p:cNvSpPr txBox="1"/>
          <p:nvPr>
            <p:ph idx="32" type="body"/>
          </p:nvPr>
        </p:nvSpPr>
        <p:spPr>
          <a:xfrm>
            <a:off x="5559956" y="2487263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46" name="Google Shape;346;p16"/>
          <p:cNvSpPr txBox="1"/>
          <p:nvPr>
            <p:ph idx="33" type="body"/>
          </p:nvPr>
        </p:nvSpPr>
        <p:spPr>
          <a:xfrm>
            <a:off x="7341056" y="2487263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1">
  <p:cSld name="CUSTOM_7_1_1_1_1_1_1_1_1_1_1_1_1_1_1_1_1_7"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7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349" name="Google Shape;349;p17"/>
          <p:cNvSpPr txBox="1"/>
          <p:nvPr>
            <p:ph type="title"/>
          </p:nvPr>
        </p:nvSpPr>
        <p:spPr>
          <a:xfrm>
            <a:off x="594025" y="539600"/>
            <a:ext cx="7196700" cy="57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9pPr>
          </a:lstStyle>
          <a:p/>
        </p:txBody>
      </p:sp>
      <p:cxnSp>
        <p:nvCxnSpPr>
          <p:cNvPr id="350" name="Google Shape;350;p17"/>
          <p:cNvCxnSpPr/>
          <p:nvPr/>
        </p:nvCxnSpPr>
        <p:spPr>
          <a:xfrm rot="10800000">
            <a:off x="1721971" y="1322379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51" name="Google Shape;351;p17"/>
          <p:cNvCxnSpPr/>
          <p:nvPr/>
        </p:nvCxnSpPr>
        <p:spPr>
          <a:xfrm rot="10800000">
            <a:off x="3185875" y="1321065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52" name="Google Shape;352;p17"/>
          <p:cNvCxnSpPr/>
          <p:nvPr/>
        </p:nvCxnSpPr>
        <p:spPr>
          <a:xfrm rot="10800000">
            <a:off x="4620526" y="1322379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53" name="Google Shape;353;p17"/>
          <p:cNvCxnSpPr/>
          <p:nvPr/>
        </p:nvCxnSpPr>
        <p:spPr>
          <a:xfrm rot="10800000">
            <a:off x="6053808" y="1322379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54" name="Google Shape;354;p17"/>
          <p:cNvCxnSpPr/>
          <p:nvPr/>
        </p:nvCxnSpPr>
        <p:spPr>
          <a:xfrm rot="10800000">
            <a:off x="7487809" y="1321073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55" name="Google Shape;355;p17"/>
          <p:cNvCxnSpPr/>
          <p:nvPr/>
        </p:nvCxnSpPr>
        <p:spPr>
          <a:xfrm rot="10800000">
            <a:off x="997162" y="4125842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56" name="Google Shape;356;p17"/>
          <p:cNvCxnSpPr/>
          <p:nvPr/>
        </p:nvCxnSpPr>
        <p:spPr>
          <a:xfrm rot="10800000">
            <a:off x="997162" y="3532492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57" name="Google Shape;357;p17"/>
          <p:cNvCxnSpPr/>
          <p:nvPr/>
        </p:nvCxnSpPr>
        <p:spPr>
          <a:xfrm rot="10800000">
            <a:off x="997162" y="2933172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58" name="Google Shape;358;p17"/>
          <p:cNvCxnSpPr/>
          <p:nvPr/>
        </p:nvCxnSpPr>
        <p:spPr>
          <a:xfrm rot="10800000">
            <a:off x="997162" y="2335841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59" name="Google Shape;359;p17"/>
          <p:cNvCxnSpPr/>
          <p:nvPr/>
        </p:nvCxnSpPr>
        <p:spPr>
          <a:xfrm rot="10800000">
            <a:off x="997162" y="1737130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60" name="Google Shape;360;p17"/>
          <p:cNvCxnSpPr/>
          <p:nvPr/>
        </p:nvCxnSpPr>
        <p:spPr>
          <a:xfrm rot="10800000">
            <a:off x="997686" y="4545103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1" name="Google Shape;361;p17"/>
          <p:cNvCxnSpPr/>
          <p:nvPr/>
        </p:nvCxnSpPr>
        <p:spPr>
          <a:xfrm rot="10800000">
            <a:off x="997311" y="1316605"/>
            <a:ext cx="0" cy="3234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2" name="Google Shape;362;p17"/>
          <p:cNvSpPr txBox="1"/>
          <p:nvPr>
            <p:ph idx="2" type="subTitle"/>
          </p:nvPr>
        </p:nvSpPr>
        <p:spPr>
          <a:xfrm>
            <a:off x="1730075" y="4545279"/>
            <a:ext cx="1037400" cy="3753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363" name="Google Shape;363;p17"/>
          <p:cNvSpPr txBox="1"/>
          <p:nvPr>
            <p:ph idx="3" type="subTitle"/>
          </p:nvPr>
        </p:nvSpPr>
        <p:spPr>
          <a:xfrm>
            <a:off x="3165294" y="4545279"/>
            <a:ext cx="1037400" cy="3753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364" name="Google Shape;364;p17"/>
          <p:cNvSpPr txBox="1"/>
          <p:nvPr>
            <p:ph idx="4" type="subTitle"/>
          </p:nvPr>
        </p:nvSpPr>
        <p:spPr>
          <a:xfrm>
            <a:off x="4611461" y="4545279"/>
            <a:ext cx="1037400" cy="3753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365" name="Google Shape;365;p17"/>
          <p:cNvSpPr txBox="1"/>
          <p:nvPr>
            <p:ph idx="5" type="subTitle"/>
          </p:nvPr>
        </p:nvSpPr>
        <p:spPr>
          <a:xfrm>
            <a:off x="7490421" y="4545279"/>
            <a:ext cx="1037400" cy="3753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366" name="Google Shape;366;p17"/>
          <p:cNvSpPr txBox="1"/>
          <p:nvPr>
            <p:ph idx="6" type="subTitle"/>
          </p:nvPr>
        </p:nvSpPr>
        <p:spPr>
          <a:xfrm>
            <a:off x="6052173" y="4545279"/>
            <a:ext cx="1037400" cy="3753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367" name="Google Shape;367;p17"/>
          <p:cNvSpPr txBox="1"/>
          <p:nvPr>
            <p:ph idx="7" type="subTitle"/>
          </p:nvPr>
        </p:nvSpPr>
        <p:spPr>
          <a:xfrm>
            <a:off x="286936" y="3435204"/>
            <a:ext cx="632700" cy="19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368" name="Google Shape;368;p17"/>
          <p:cNvSpPr txBox="1"/>
          <p:nvPr>
            <p:ph idx="8" type="subTitle"/>
          </p:nvPr>
        </p:nvSpPr>
        <p:spPr>
          <a:xfrm>
            <a:off x="286936" y="4047421"/>
            <a:ext cx="632700" cy="19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369" name="Google Shape;369;p17"/>
          <p:cNvSpPr txBox="1"/>
          <p:nvPr>
            <p:ph idx="9" type="subTitle"/>
          </p:nvPr>
        </p:nvSpPr>
        <p:spPr>
          <a:xfrm>
            <a:off x="286936" y="2240202"/>
            <a:ext cx="632700" cy="19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370" name="Google Shape;370;p17"/>
          <p:cNvSpPr txBox="1"/>
          <p:nvPr>
            <p:ph idx="13" type="subTitle"/>
          </p:nvPr>
        </p:nvSpPr>
        <p:spPr>
          <a:xfrm>
            <a:off x="286936" y="2859829"/>
            <a:ext cx="632700" cy="19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371" name="Google Shape;371;p17"/>
          <p:cNvSpPr txBox="1"/>
          <p:nvPr>
            <p:ph idx="14" type="subTitle"/>
          </p:nvPr>
        </p:nvSpPr>
        <p:spPr>
          <a:xfrm>
            <a:off x="286936" y="1641475"/>
            <a:ext cx="632700" cy="19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2">
  <p:cSld name="CUSTOM_7_1_1_1_1_1_1_1_1_1_1_1_1_1_1_1_1_8">
    <p:bg>
      <p:bgPr>
        <a:solidFill>
          <a:schemeClr val="dk2"/>
        </a:solidFill>
      </p:bgPr>
    </p:bg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8"/>
          <p:cNvSpPr txBox="1"/>
          <p:nvPr>
            <p:ph idx="1" type="body"/>
          </p:nvPr>
        </p:nvSpPr>
        <p:spPr>
          <a:xfrm>
            <a:off x="6832625" y="4360925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4" name="Google Shape;374;p18"/>
          <p:cNvSpPr txBox="1"/>
          <p:nvPr>
            <p:ph idx="2" type="body"/>
          </p:nvPr>
        </p:nvSpPr>
        <p:spPr>
          <a:xfrm>
            <a:off x="4619575" y="4360925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5" name="Google Shape;375;p18"/>
          <p:cNvSpPr txBox="1"/>
          <p:nvPr>
            <p:ph idx="3" type="body"/>
          </p:nvPr>
        </p:nvSpPr>
        <p:spPr>
          <a:xfrm>
            <a:off x="2406525" y="4360925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6" name="Google Shape;376;p18"/>
          <p:cNvSpPr txBox="1"/>
          <p:nvPr>
            <p:ph idx="4" type="body"/>
          </p:nvPr>
        </p:nvSpPr>
        <p:spPr>
          <a:xfrm>
            <a:off x="193475" y="4360925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7" name="Google Shape;377;p18"/>
          <p:cNvSpPr txBox="1"/>
          <p:nvPr>
            <p:ph idx="5" type="body"/>
          </p:nvPr>
        </p:nvSpPr>
        <p:spPr>
          <a:xfrm>
            <a:off x="6831375" y="2557613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8" name="Google Shape;378;p18"/>
          <p:cNvSpPr txBox="1"/>
          <p:nvPr>
            <p:ph idx="6" type="body"/>
          </p:nvPr>
        </p:nvSpPr>
        <p:spPr>
          <a:xfrm>
            <a:off x="4618325" y="2557613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9" name="Google Shape;379;p18"/>
          <p:cNvSpPr txBox="1"/>
          <p:nvPr>
            <p:ph idx="7" type="body"/>
          </p:nvPr>
        </p:nvSpPr>
        <p:spPr>
          <a:xfrm>
            <a:off x="2405275" y="2557613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0" name="Google Shape;380;p18"/>
          <p:cNvSpPr txBox="1"/>
          <p:nvPr>
            <p:ph idx="8" type="body"/>
          </p:nvPr>
        </p:nvSpPr>
        <p:spPr>
          <a:xfrm>
            <a:off x="192225" y="2557613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1" name="Google Shape;381;p18"/>
          <p:cNvSpPr txBox="1"/>
          <p:nvPr>
            <p:ph type="title"/>
          </p:nvPr>
        </p:nvSpPr>
        <p:spPr>
          <a:xfrm>
            <a:off x="594025" y="539600"/>
            <a:ext cx="7196700" cy="57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9pPr>
          </a:lstStyle>
          <a:p/>
        </p:txBody>
      </p:sp>
      <p:sp>
        <p:nvSpPr>
          <p:cNvPr id="382" name="Google Shape;382;p18"/>
          <p:cNvSpPr txBox="1"/>
          <p:nvPr>
            <p:ph idx="9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383" name="Google Shape;383;p18"/>
          <p:cNvSpPr txBox="1"/>
          <p:nvPr>
            <p:ph idx="13" type="title"/>
          </p:nvPr>
        </p:nvSpPr>
        <p:spPr>
          <a:xfrm>
            <a:off x="6996850" y="136480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384" name="Google Shape;384;p18"/>
          <p:cNvSpPr txBox="1"/>
          <p:nvPr>
            <p:ph idx="14" type="title"/>
          </p:nvPr>
        </p:nvSpPr>
        <p:spPr>
          <a:xfrm>
            <a:off x="4783238" y="136480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385" name="Google Shape;385;p18"/>
          <p:cNvSpPr txBox="1"/>
          <p:nvPr>
            <p:ph idx="15" type="title"/>
          </p:nvPr>
        </p:nvSpPr>
        <p:spPr>
          <a:xfrm>
            <a:off x="2546913" y="136480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386" name="Google Shape;386;p18"/>
          <p:cNvSpPr txBox="1"/>
          <p:nvPr>
            <p:ph idx="16" type="title"/>
          </p:nvPr>
        </p:nvSpPr>
        <p:spPr>
          <a:xfrm>
            <a:off x="355638" y="1365769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387" name="Google Shape;387;p18"/>
          <p:cNvSpPr txBox="1"/>
          <p:nvPr>
            <p:ph idx="17" type="title"/>
          </p:nvPr>
        </p:nvSpPr>
        <p:spPr>
          <a:xfrm>
            <a:off x="7002200" y="316335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388" name="Google Shape;388;p18"/>
          <p:cNvSpPr txBox="1"/>
          <p:nvPr>
            <p:ph idx="18" type="title"/>
          </p:nvPr>
        </p:nvSpPr>
        <p:spPr>
          <a:xfrm>
            <a:off x="4788588" y="316335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389" name="Google Shape;389;p18"/>
          <p:cNvSpPr txBox="1"/>
          <p:nvPr>
            <p:ph idx="19" type="title"/>
          </p:nvPr>
        </p:nvSpPr>
        <p:spPr>
          <a:xfrm>
            <a:off x="2552263" y="316335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390" name="Google Shape;390;p18"/>
          <p:cNvSpPr txBox="1"/>
          <p:nvPr>
            <p:ph idx="20" type="title"/>
          </p:nvPr>
        </p:nvSpPr>
        <p:spPr>
          <a:xfrm>
            <a:off x="360988" y="3164319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3">
  <p:cSld name="CUSTOM_7_1_1_1_1_1_1_1_1_1_1_1_1_1_1_1_1_7_1"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19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393" name="Google Shape;393;p19"/>
          <p:cNvSpPr txBox="1"/>
          <p:nvPr>
            <p:ph type="title"/>
          </p:nvPr>
        </p:nvSpPr>
        <p:spPr>
          <a:xfrm>
            <a:off x="594025" y="539600"/>
            <a:ext cx="7196700" cy="57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9pPr>
          </a:lstStyle>
          <a:p/>
        </p:txBody>
      </p:sp>
      <p:sp>
        <p:nvSpPr>
          <p:cNvPr id="394" name="Google Shape;394;p19"/>
          <p:cNvSpPr txBox="1"/>
          <p:nvPr>
            <p:ph idx="2" type="subTitle"/>
          </p:nvPr>
        </p:nvSpPr>
        <p:spPr>
          <a:xfrm>
            <a:off x="193100" y="3780025"/>
            <a:ext cx="16332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anken Grotesk Light"/>
              <a:buNone/>
              <a:defRPr sz="4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5" name="Google Shape;395;p19"/>
          <p:cNvSpPr txBox="1"/>
          <p:nvPr>
            <p:ph idx="3" type="subTitle"/>
          </p:nvPr>
        </p:nvSpPr>
        <p:spPr>
          <a:xfrm>
            <a:off x="1852425" y="4067625"/>
            <a:ext cx="2529000" cy="237600"/>
          </a:xfrm>
          <a:prstGeom prst="rect">
            <a:avLst/>
          </a:prstGeom>
        </p:spPr>
        <p:txBody>
          <a:bodyPr anchorCtr="0" anchor="t" bIns="0" lIns="5400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396" name="Google Shape;396;p19"/>
          <p:cNvSpPr txBox="1"/>
          <p:nvPr>
            <p:ph idx="4" type="subTitle"/>
          </p:nvPr>
        </p:nvSpPr>
        <p:spPr>
          <a:xfrm>
            <a:off x="193100" y="2519863"/>
            <a:ext cx="16332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anken Grotesk Light"/>
              <a:buNone/>
              <a:defRPr sz="4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7" name="Google Shape;397;p19"/>
          <p:cNvSpPr txBox="1"/>
          <p:nvPr>
            <p:ph idx="5" type="subTitle"/>
          </p:nvPr>
        </p:nvSpPr>
        <p:spPr>
          <a:xfrm>
            <a:off x="1852425" y="2807463"/>
            <a:ext cx="2529000" cy="237600"/>
          </a:xfrm>
          <a:prstGeom prst="rect">
            <a:avLst/>
          </a:prstGeom>
        </p:spPr>
        <p:txBody>
          <a:bodyPr anchorCtr="0" anchor="t" bIns="0" lIns="5400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398" name="Google Shape;398;p19"/>
          <p:cNvSpPr txBox="1"/>
          <p:nvPr>
            <p:ph idx="6" type="subTitle"/>
          </p:nvPr>
        </p:nvSpPr>
        <p:spPr>
          <a:xfrm>
            <a:off x="219077" y="1259725"/>
            <a:ext cx="16332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anken Grotesk Light"/>
              <a:buNone/>
              <a:defRPr sz="4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9" name="Google Shape;399;p19"/>
          <p:cNvSpPr txBox="1"/>
          <p:nvPr>
            <p:ph idx="7" type="subTitle"/>
          </p:nvPr>
        </p:nvSpPr>
        <p:spPr>
          <a:xfrm>
            <a:off x="1852425" y="1547325"/>
            <a:ext cx="2529000" cy="237600"/>
          </a:xfrm>
          <a:prstGeom prst="rect">
            <a:avLst/>
          </a:prstGeom>
        </p:spPr>
        <p:txBody>
          <a:bodyPr anchorCtr="0" anchor="t" bIns="0" lIns="5400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00" name="Google Shape;400;p19"/>
          <p:cNvSpPr txBox="1"/>
          <p:nvPr>
            <p:ph idx="8" type="body"/>
          </p:nvPr>
        </p:nvSpPr>
        <p:spPr>
          <a:xfrm>
            <a:off x="189973" y="4665450"/>
            <a:ext cx="4345200" cy="3744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01" name="Google Shape;401;p19"/>
          <p:cNvSpPr txBox="1"/>
          <p:nvPr>
            <p:ph idx="9" type="body"/>
          </p:nvPr>
        </p:nvSpPr>
        <p:spPr>
          <a:xfrm>
            <a:off x="189973" y="3405288"/>
            <a:ext cx="4345200" cy="3744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02" name="Google Shape;402;p19"/>
          <p:cNvSpPr txBox="1"/>
          <p:nvPr>
            <p:ph idx="13" type="body"/>
          </p:nvPr>
        </p:nvSpPr>
        <p:spPr>
          <a:xfrm>
            <a:off x="199273" y="2145150"/>
            <a:ext cx="4345200" cy="3744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4">
  <p:cSld name="CUSTOM_7_1_1_1_1_1_1_1_1_1_1_1_1_1_1_1_1_7_2"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20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405" name="Google Shape;405;p20"/>
          <p:cNvSpPr txBox="1"/>
          <p:nvPr>
            <p:ph type="title"/>
          </p:nvPr>
        </p:nvSpPr>
        <p:spPr>
          <a:xfrm>
            <a:off x="594025" y="539600"/>
            <a:ext cx="7196700" cy="57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9pPr>
          </a:lstStyle>
          <a:p/>
        </p:txBody>
      </p:sp>
      <p:sp>
        <p:nvSpPr>
          <p:cNvPr id="406" name="Google Shape;406;p20"/>
          <p:cNvSpPr txBox="1"/>
          <p:nvPr>
            <p:ph idx="2" type="subTitle"/>
          </p:nvPr>
        </p:nvSpPr>
        <p:spPr>
          <a:xfrm>
            <a:off x="189375" y="4264275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07" name="Google Shape;407;p20"/>
          <p:cNvSpPr txBox="1"/>
          <p:nvPr>
            <p:ph idx="3" type="subTitle"/>
          </p:nvPr>
        </p:nvSpPr>
        <p:spPr>
          <a:xfrm>
            <a:off x="190425" y="3693375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08" name="Google Shape;408;p20"/>
          <p:cNvSpPr txBox="1"/>
          <p:nvPr>
            <p:ph idx="4" type="subTitle"/>
          </p:nvPr>
        </p:nvSpPr>
        <p:spPr>
          <a:xfrm>
            <a:off x="190425" y="3118013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09" name="Google Shape;409;p20"/>
          <p:cNvSpPr txBox="1"/>
          <p:nvPr>
            <p:ph idx="5" type="subTitle"/>
          </p:nvPr>
        </p:nvSpPr>
        <p:spPr>
          <a:xfrm>
            <a:off x="191475" y="2547113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10" name="Google Shape;410;p20"/>
          <p:cNvSpPr txBox="1"/>
          <p:nvPr>
            <p:ph idx="6" type="subTitle"/>
          </p:nvPr>
        </p:nvSpPr>
        <p:spPr>
          <a:xfrm>
            <a:off x="190950" y="1971763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11" name="Google Shape;411;p20"/>
          <p:cNvSpPr txBox="1"/>
          <p:nvPr>
            <p:ph idx="7" type="subTitle"/>
          </p:nvPr>
        </p:nvSpPr>
        <p:spPr>
          <a:xfrm>
            <a:off x="192000" y="1400863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12" name="Google Shape;412;p20"/>
          <p:cNvSpPr txBox="1"/>
          <p:nvPr>
            <p:ph idx="8" type="subTitle"/>
          </p:nvPr>
        </p:nvSpPr>
        <p:spPr>
          <a:xfrm>
            <a:off x="1967073" y="2550100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13" name="Google Shape;413;p20"/>
          <p:cNvSpPr txBox="1"/>
          <p:nvPr>
            <p:ph idx="9" type="subTitle"/>
          </p:nvPr>
        </p:nvSpPr>
        <p:spPr>
          <a:xfrm>
            <a:off x="1967073" y="1400875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14" name="Google Shape;414;p20"/>
          <p:cNvSpPr txBox="1"/>
          <p:nvPr>
            <p:ph idx="13" type="subTitle"/>
          </p:nvPr>
        </p:nvSpPr>
        <p:spPr>
          <a:xfrm>
            <a:off x="1967073" y="1971775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15" name="Google Shape;415;p20"/>
          <p:cNvSpPr txBox="1"/>
          <p:nvPr>
            <p:ph idx="14" type="subTitle"/>
          </p:nvPr>
        </p:nvSpPr>
        <p:spPr>
          <a:xfrm>
            <a:off x="1967073" y="3121000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16" name="Google Shape;416;p20"/>
          <p:cNvSpPr txBox="1"/>
          <p:nvPr>
            <p:ph idx="15" type="subTitle"/>
          </p:nvPr>
        </p:nvSpPr>
        <p:spPr>
          <a:xfrm>
            <a:off x="1967073" y="4262800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17" name="Google Shape;417;p20"/>
          <p:cNvSpPr txBox="1"/>
          <p:nvPr>
            <p:ph idx="16" type="subTitle"/>
          </p:nvPr>
        </p:nvSpPr>
        <p:spPr>
          <a:xfrm>
            <a:off x="1967073" y="3691900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18" name="Google Shape;418;p20"/>
          <p:cNvSpPr txBox="1"/>
          <p:nvPr>
            <p:ph idx="17" type="body"/>
          </p:nvPr>
        </p:nvSpPr>
        <p:spPr>
          <a:xfrm>
            <a:off x="3741773" y="1973250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19" name="Google Shape;419;p20"/>
          <p:cNvSpPr txBox="1"/>
          <p:nvPr>
            <p:ph idx="18" type="body"/>
          </p:nvPr>
        </p:nvSpPr>
        <p:spPr>
          <a:xfrm>
            <a:off x="3741773" y="2551575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0" name="Google Shape;420;p20"/>
          <p:cNvSpPr txBox="1"/>
          <p:nvPr>
            <p:ph idx="19" type="body"/>
          </p:nvPr>
        </p:nvSpPr>
        <p:spPr>
          <a:xfrm>
            <a:off x="3741773" y="3122475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1" name="Google Shape;421;p20"/>
          <p:cNvSpPr txBox="1"/>
          <p:nvPr>
            <p:ph idx="20" type="body"/>
          </p:nvPr>
        </p:nvSpPr>
        <p:spPr>
          <a:xfrm>
            <a:off x="3741773" y="3693375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2" name="Google Shape;422;p20"/>
          <p:cNvSpPr txBox="1"/>
          <p:nvPr>
            <p:ph idx="21" type="body"/>
          </p:nvPr>
        </p:nvSpPr>
        <p:spPr>
          <a:xfrm>
            <a:off x="3741773" y="4264275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3" name="Google Shape;423;p20"/>
          <p:cNvSpPr txBox="1"/>
          <p:nvPr>
            <p:ph idx="22" type="body"/>
          </p:nvPr>
        </p:nvSpPr>
        <p:spPr>
          <a:xfrm>
            <a:off x="3741773" y="1402350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folder background 2">
  <p:cSld name="CUSTOM_1_1_1_1"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21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26" name="Google Shape;426;p21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27" name="Google Shape;427;p21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28" name="Google Shape;428;p21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29" name="Google Shape;429;p21"/>
          <p:cNvSpPr txBox="1"/>
          <p:nvPr>
            <p:ph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30" name="Google Shape;430;p21"/>
          <p:cNvSpPr txBox="1"/>
          <p:nvPr>
            <p:ph idx="4" type="subTitle"/>
          </p:nvPr>
        </p:nvSpPr>
        <p:spPr>
          <a:xfrm>
            <a:off x="1759000" y="3017700"/>
            <a:ext cx="2336400" cy="374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1" name="Google Shape;431;p21"/>
          <p:cNvSpPr txBox="1"/>
          <p:nvPr>
            <p:ph idx="5" type="subTitle"/>
          </p:nvPr>
        </p:nvSpPr>
        <p:spPr>
          <a:xfrm>
            <a:off x="1758250" y="1663775"/>
            <a:ext cx="2336400" cy="374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2" name="Google Shape;432;p21"/>
          <p:cNvSpPr txBox="1"/>
          <p:nvPr>
            <p:ph idx="6" type="subTitle"/>
          </p:nvPr>
        </p:nvSpPr>
        <p:spPr>
          <a:xfrm>
            <a:off x="1758250" y="2340600"/>
            <a:ext cx="2336400" cy="374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3" name="Google Shape;433;p21"/>
          <p:cNvSpPr txBox="1"/>
          <p:nvPr>
            <p:ph idx="7" type="subTitle"/>
          </p:nvPr>
        </p:nvSpPr>
        <p:spPr>
          <a:xfrm>
            <a:off x="1758250" y="3694800"/>
            <a:ext cx="2336400" cy="374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4" name="Google Shape;434;p21"/>
          <p:cNvSpPr txBox="1"/>
          <p:nvPr>
            <p:ph idx="8" type="subTitle"/>
          </p:nvPr>
        </p:nvSpPr>
        <p:spPr>
          <a:xfrm>
            <a:off x="1758250" y="4367075"/>
            <a:ext cx="2336400" cy="374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5" name="Google Shape;435;p21"/>
          <p:cNvSpPr txBox="1"/>
          <p:nvPr>
            <p:ph idx="9" type="subTitle"/>
          </p:nvPr>
        </p:nvSpPr>
        <p:spPr>
          <a:xfrm>
            <a:off x="228148" y="3019975"/>
            <a:ext cx="810000" cy="374400"/>
          </a:xfrm>
          <a:prstGeom prst="rect">
            <a:avLst/>
          </a:prstGeom>
        </p:spPr>
        <p:txBody>
          <a:bodyPr anchorCtr="0" anchor="t" bIns="10800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36" name="Google Shape;436;p21"/>
          <p:cNvSpPr txBox="1"/>
          <p:nvPr>
            <p:ph idx="13" type="subTitle"/>
          </p:nvPr>
        </p:nvSpPr>
        <p:spPr>
          <a:xfrm>
            <a:off x="228148" y="1666050"/>
            <a:ext cx="810000" cy="374400"/>
          </a:xfrm>
          <a:prstGeom prst="rect">
            <a:avLst/>
          </a:prstGeom>
        </p:spPr>
        <p:txBody>
          <a:bodyPr anchorCtr="0" anchor="t" bIns="10800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37" name="Google Shape;437;p21"/>
          <p:cNvSpPr txBox="1"/>
          <p:nvPr>
            <p:ph idx="14" type="subTitle"/>
          </p:nvPr>
        </p:nvSpPr>
        <p:spPr>
          <a:xfrm>
            <a:off x="228148" y="2342875"/>
            <a:ext cx="810000" cy="374400"/>
          </a:xfrm>
          <a:prstGeom prst="rect">
            <a:avLst/>
          </a:prstGeom>
        </p:spPr>
        <p:txBody>
          <a:bodyPr anchorCtr="0" anchor="t" bIns="10800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38" name="Google Shape;438;p21"/>
          <p:cNvSpPr txBox="1"/>
          <p:nvPr>
            <p:ph idx="15" type="subTitle"/>
          </p:nvPr>
        </p:nvSpPr>
        <p:spPr>
          <a:xfrm>
            <a:off x="228148" y="3697075"/>
            <a:ext cx="810000" cy="374400"/>
          </a:xfrm>
          <a:prstGeom prst="rect">
            <a:avLst/>
          </a:prstGeom>
        </p:spPr>
        <p:txBody>
          <a:bodyPr anchorCtr="0" anchor="t" bIns="10800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39" name="Google Shape;439;p21"/>
          <p:cNvSpPr txBox="1"/>
          <p:nvPr>
            <p:ph idx="16" type="subTitle"/>
          </p:nvPr>
        </p:nvSpPr>
        <p:spPr>
          <a:xfrm>
            <a:off x="228148" y="4369350"/>
            <a:ext cx="810000" cy="374400"/>
          </a:xfrm>
          <a:prstGeom prst="rect">
            <a:avLst/>
          </a:prstGeom>
        </p:spPr>
        <p:txBody>
          <a:bodyPr anchorCtr="0" anchor="t" bIns="10800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40" name="Google Shape;440;p21"/>
          <p:cNvSpPr txBox="1"/>
          <p:nvPr>
            <p:ph idx="17" type="title"/>
          </p:nvPr>
        </p:nvSpPr>
        <p:spPr>
          <a:xfrm>
            <a:off x="596525" y="753331"/>
            <a:ext cx="7062000" cy="910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1" name="Google Shape;441;p21"/>
          <p:cNvSpPr txBox="1"/>
          <p:nvPr>
            <p:ph idx="18" type="body"/>
          </p:nvPr>
        </p:nvSpPr>
        <p:spPr>
          <a:xfrm>
            <a:off x="4571300" y="4367075"/>
            <a:ext cx="4345200" cy="374400"/>
          </a:xfrm>
          <a:prstGeom prst="rect">
            <a:avLst/>
          </a:prstGeom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42" name="Google Shape;442;p21"/>
          <p:cNvSpPr txBox="1"/>
          <p:nvPr>
            <p:ph idx="19" type="body"/>
          </p:nvPr>
        </p:nvSpPr>
        <p:spPr>
          <a:xfrm>
            <a:off x="4571300" y="3694800"/>
            <a:ext cx="4345200" cy="374400"/>
          </a:xfrm>
          <a:prstGeom prst="rect">
            <a:avLst/>
          </a:prstGeom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43" name="Google Shape;443;p21"/>
          <p:cNvSpPr txBox="1"/>
          <p:nvPr>
            <p:ph idx="20" type="body"/>
          </p:nvPr>
        </p:nvSpPr>
        <p:spPr>
          <a:xfrm>
            <a:off x="4571300" y="3017700"/>
            <a:ext cx="4345200" cy="374400"/>
          </a:xfrm>
          <a:prstGeom prst="rect">
            <a:avLst/>
          </a:prstGeom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44" name="Google Shape;444;p21"/>
          <p:cNvSpPr txBox="1"/>
          <p:nvPr>
            <p:ph idx="21" type="body"/>
          </p:nvPr>
        </p:nvSpPr>
        <p:spPr>
          <a:xfrm>
            <a:off x="4571300" y="2340600"/>
            <a:ext cx="4345200" cy="374400"/>
          </a:xfrm>
          <a:prstGeom prst="rect">
            <a:avLst/>
          </a:prstGeom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45" name="Google Shape;445;p21"/>
          <p:cNvSpPr txBox="1"/>
          <p:nvPr>
            <p:ph idx="22" type="body"/>
          </p:nvPr>
        </p:nvSpPr>
        <p:spPr>
          <a:xfrm>
            <a:off x="4571300" y="1663775"/>
            <a:ext cx="4345200" cy="374400"/>
          </a:xfrm>
          <a:prstGeom prst="rect">
            <a:avLst/>
          </a:prstGeom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folder background 3">
  <p:cSld name="CUSTOM_1_1_1_1_1"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22"/>
          <p:cNvSpPr/>
          <p:nvPr/>
        </p:nvSpPr>
        <p:spPr>
          <a:xfrm>
            <a:off x="912237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48" name="Google Shape;448;p22"/>
          <p:cNvSpPr/>
          <p:nvPr/>
        </p:nvSpPr>
        <p:spPr>
          <a:xfrm>
            <a:off x="2380538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49" name="Google Shape;449;p22"/>
          <p:cNvSpPr/>
          <p:nvPr/>
        </p:nvSpPr>
        <p:spPr>
          <a:xfrm>
            <a:off x="38258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50" name="Google Shape;450;p22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51" name="Google Shape;451;p22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grpSp>
        <p:nvGrpSpPr>
          <p:cNvPr id="452" name="Google Shape;452;p22"/>
          <p:cNvGrpSpPr/>
          <p:nvPr/>
        </p:nvGrpSpPr>
        <p:grpSpPr>
          <a:xfrm>
            <a:off x="-2450" y="131788"/>
            <a:ext cx="9144000" cy="5011712"/>
            <a:chOff x="-2450" y="131788"/>
            <a:chExt cx="9144000" cy="5011712"/>
          </a:xfrm>
        </p:grpSpPr>
        <p:sp>
          <p:nvSpPr>
            <p:cNvPr id="453" name="Google Shape;453;p22"/>
            <p:cNvSpPr/>
            <p:nvPr/>
          </p:nvSpPr>
          <p:spPr>
            <a:xfrm>
              <a:off x="-2450" y="486600"/>
              <a:ext cx="9144000" cy="4656900"/>
            </a:xfrm>
            <a:prstGeom prst="roundRect">
              <a:avLst>
                <a:gd fmla="val 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en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 </a:t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454" name="Google Shape;454;p22"/>
            <p:cNvSpPr/>
            <p:nvPr/>
          </p:nvSpPr>
          <p:spPr>
            <a:xfrm>
              <a:off x="5278763" y="131788"/>
              <a:ext cx="2245995" cy="360013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sp>
        <p:nvSpPr>
          <p:cNvPr id="455" name="Google Shape;455;p22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56" name="Google Shape;456;p22"/>
          <p:cNvSpPr txBox="1"/>
          <p:nvPr>
            <p:ph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57" name="Google Shape;457;p22"/>
          <p:cNvSpPr txBox="1"/>
          <p:nvPr>
            <p:ph idx="4" type="subTitle"/>
          </p:nvPr>
        </p:nvSpPr>
        <p:spPr>
          <a:xfrm>
            <a:off x="229085" y="1666050"/>
            <a:ext cx="1170000" cy="3744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58" name="Google Shape;458;p22"/>
          <p:cNvSpPr txBox="1"/>
          <p:nvPr>
            <p:ph idx="5" type="subTitle"/>
          </p:nvPr>
        </p:nvSpPr>
        <p:spPr>
          <a:xfrm>
            <a:off x="229085" y="2341863"/>
            <a:ext cx="1170000" cy="3744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59" name="Google Shape;459;p22"/>
          <p:cNvSpPr txBox="1"/>
          <p:nvPr>
            <p:ph idx="6" type="subTitle"/>
          </p:nvPr>
        </p:nvSpPr>
        <p:spPr>
          <a:xfrm>
            <a:off x="229085" y="3018975"/>
            <a:ext cx="1170000" cy="3744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60" name="Google Shape;460;p22"/>
          <p:cNvSpPr txBox="1"/>
          <p:nvPr>
            <p:ph idx="7" type="subTitle"/>
          </p:nvPr>
        </p:nvSpPr>
        <p:spPr>
          <a:xfrm>
            <a:off x="229085" y="3694788"/>
            <a:ext cx="1170000" cy="3744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61" name="Google Shape;461;p22"/>
          <p:cNvSpPr txBox="1"/>
          <p:nvPr>
            <p:ph idx="8" type="subTitle"/>
          </p:nvPr>
        </p:nvSpPr>
        <p:spPr>
          <a:xfrm>
            <a:off x="229085" y="4371888"/>
            <a:ext cx="1170000" cy="3744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62" name="Google Shape;462;p22"/>
          <p:cNvSpPr txBox="1"/>
          <p:nvPr>
            <p:ph idx="9" type="title"/>
          </p:nvPr>
        </p:nvSpPr>
        <p:spPr>
          <a:xfrm>
            <a:off x="596525" y="753324"/>
            <a:ext cx="70620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22"/>
          <p:cNvSpPr txBox="1"/>
          <p:nvPr>
            <p:ph idx="13" type="subTitle"/>
          </p:nvPr>
        </p:nvSpPr>
        <p:spPr>
          <a:xfrm>
            <a:off x="7916986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64" name="Google Shape;464;p22"/>
          <p:cNvSpPr txBox="1"/>
          <p:nvPr>
            <p:ph idx="14" type="subTitle"/>
          </p:nvPr>
        </p:nvSpPr>
        <p:spPr>
          <a:xfrm>
            <a:off x="6689861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65" name="Google Shape;465;p22"/>
          <p:cNvSpPr txBox="1"/>
          <p:nvPr>
            <p:ph idx="15" type="subTitle"/>
          </p:nvPr>
        </p:nvSpPr>
        <p:spPr>
          <a:xfrm>
            <a:off x="5462861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66" name="Google Shape;466;p22"/>
          <p:cNvSpPr txBox="1"/>
          <p:nvPr>
            <p:ph idx="16" type="subTitle"/>
          </p:nvPr>
        </p:nvSpPr>
        <p:spPr>
          <a:xfrm>
            <a:off x="4235836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67" name="Google Shape;467;p22"/>
          <p:cNvSpPr txBox="1"/>
          <p:nvPr>
            <p:ph idx="17" type="subTitle"/>
          </p:nvPr>
        </p:nvSpPr>
        <p:spPr>
          <a:xfrm>
            <a:off x="3008011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68" name="Google Shape;468;p22"/>
          <p:cNvSpPr txBox="1"/>
          <p:nvPr>
            <p:ph idx="18" type="subTitle"/>
          </p:nvPr>
        </p:nvSpPr>
        <p:spPr>
          <a:xfrm>
            <a:off x="1781686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er">
  <p:cSld name="CUSTOM_3"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23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71" name="Google Shape;471;p23"/>
          <p:cNvSpPr txBox="1"/>
          <p:nvPr>
            <p:ph type="title"/>
          </p:nvPr>
        </p:nvSpPr>
        <p:spPr>
          <a:xfrm>
            <a:off x="593175" y="486000"/>
            <a:ext cx="7916400" cy="274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Neuton Light"/>
              <a:buNone/>
              <a:defRPr sz="8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9pPr>
          </a:lstStyle>
          <a:p/>
        </p:txBody>
      </p:sp>
      <p:sp>
        <p:nvSpPr>
          <p:cNvPr id="472" name="Google Shape;472;p23"/>
          <p:cNvSpPr txBox="1"/>
          <p:nvPr>
            <p:ph idx="1" type="body"/>
          </p:nvPr>
        </p:nvSpPr>
        <p:spPr>
          <a:xfrm>
            <a:off x="575438" y="4387200"/>
            <a:ext cx="2919600" cy="6480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473" name="Google Shape;473;p23"/>
          <p:cNvSpPr txBox="1"/>
          <p:nvPr>
            <p:ph idx="2" type="subTitle"/>
          </p:nvPr>
        </p:nvSpPr>
        <p:spPr>
          <a:xfrm>
            <a:off x="1284638" y="2148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4" name="Google Shape;474;p23"/>
          <p:cNvSpPr txBox="1"/>
          <p:nvPr>
            <p:ph idx="3" type="subTitle"/>
          </p:nvPr>
        </p:nvSpPr>
        <p:spPr>
          <a:xfrm>
            <a:off x="5539500" y="4387200"/>
            <a:ext cx="3002400" cy="64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er 1">
  <p:cSld name="CUSTOM_3_1">
    <p:bg>
      <p:bgPr>
        <a:solidFill>
          <a:schemeClr val="dk2"/>
        </a:solid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24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77" name="Google Shape;477;p24"/>
          <p:cNvSpPr txBox="1"/>
          <p:nvPr>
            <p:ph type="title"/>
          </p:nvPr>
        </p:nvSpPr>
        <p:spPr>
          <a:xfrm>
            <a:off x="593175" y="486000"/>
            <a:ext cx="7916400" cy="274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Neuton Light"/>
              <a:buNone/>
              <a:defRPr sz="8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9pPr>
          </a:lstStyle>
          <a:p/>
        </p:txBody>
      </p:sp>
      <p:sp>
        <p:nvSpPr>
          <p:cNvPr id="478" name="Google Shape;478;p24"/>
          <p:cNvSpPr txBox="1"/>
          <p:nvPr>
            <p:ph idx="1" type="body"/>
          </p:nvPr>
        </p:nvSpPr>
        <p:spPr>
          <a:xfrm>
            <a:off x="575438" y="4387200"/>
            <a:ext cx="2919600" cy="6480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479" name="Google Shape;479;p24"/>
          <p:cNvSpPr txBox="1"/>
          <p:nvPr>
            <p:ph idx="2" type="subTitle"/>
          </p:nvPr>
        </p:nvSpPr>
        <p:spPr>
          <a:xfrm>
            <a:off x="5539500" y="4387200"/>
            <a:ext cx="3002400" cy="64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0" name="Google Shape;480;p24"/>
          <p:cNvSpPr txBox="1"/>
          <p:nvPr>
            <p:ph idx="3" type="subTitle"/>
          </p:nvPr>
        </p:nvSpPr>
        <p:spPr>
          <a:xfrm>
            <a:off x="1284638" y="2148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s 1 1">
  <p:cSld name="CUSTOM_7_1_1_1_1_1_1_1_1_1_1_1_1_1_1_1_1_6_1"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25"/>
          <p:cNvSpPr txBox="1"/>
          <p:nvPr>
            <p:ph type="title"/>
          </p:nvPr>
        </p:nvSpPr>
        <p:spPr>
          <a:xfrm>
            <a:off x="2184250" y="1632575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83" name="Google Shape;483;p25"/>
          <p:cNvSpPr txBox="1"/>
          <p:nvPr>
            <p:ph idx="2" type="title"/>
          </p:nvPr>
        </p:nvSpPr>
        <p:spPr>
          <a:xfrm>
            <a:off x="3962263" y="1632575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84" name="Google Shape;484;p25"/>
          <p:cNvSpPr txBox="1"/>
          <p:nvPr>
            <p:ph idx="3" type="title"/>
          </p:nvPr>
        </p:nvSpPr>
        <p:spPr>
          <a:xfrm>
            <a:off x="406525" y="1632575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85" name="Google Shape;485;p25"/>
          <p:cNvSpPr txBox="1"/>
          <p:nvPr>
            <p:ph idx="4" type="title"/>
          </p:nvPr>
        </p:nvSpPr>
        <p:spPr>
          <a:xfrm>
            <a:off x="5729600" y="1632575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86" name="Google Shape;486;p25"/>
          <p:cNvSpPr txBox="1"/>
          <p:nvPr>
            <p:ph idx="5" type="title"/>
          </p:nvPr>
        </p:nvSpPr>
        <p:spPr>
          <a:xfrm>
            <a:off x="7518138" y="1632575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87" name="Google Shape;487;p25"/>
          <p:cNvSpPr txBox="1"/>
          <p:nvPr>
            <p:ph idx="6" type="title"/>
          </p:nvPr>
        </p:nvSpPr>
        <p:spPr>
          <a:xfrm>
            <a:off x="224752" y="604888"/>
            <a:ext cx="1778700" cy="6519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88" name="Google Shape;488;p25"/>
          <p:cNvSpPr txBox="1"/>
          <p:nvPr>
            <p:ph idx="7" type="title"/>
          </p:nvPr>
        </p:nvSpPr>
        <p:spPr>
          <a:xfrm>
            <a:off x="2003802" y="604888"/>
            <a:ext cx="1778700" cy="6519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89" name="Google Shape;489;p25"/>
          <p:cNvSpPr txBox="1"/>
          <p:nvPr>
            <p:ph idx="8" type="title"/>
          </p:nvPr>
        </p:nvSpPr>
        <p:spPr>
          <a:xfrm>
            <a:off x="3780502" y="604888"/>
            <a:ext cx="1778700" cy="6519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90" name="Google Shape;490;p25"/>
          <p:cNvSpPr txBox="1"/>
          <p:nvPr>
            <p:ph idx="9" type="title"/>
          </p:nvPr>
        </p:nvSpPr>
        <p:spPr>
          <a:xfrm>
            <a:off x="5558652" y="604888"/>
            <a:ext cx="1778700" cy="6519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91" name="Google Shape;491;p25"/>
          <p:cNvSpPr txBox="1"/>
          <p:nvPr>
            <p:ph idx="13" type="title"/>
          </p:nvPr>
        </p:nvSpPr>
        <p:spPr>
          <a:xfrm>
            <a:off x="7336452" y="604888"/>
            <a:ext cx="1778700" cy="6519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92" name="Google Shape;492;p25"/>
          <p:cNvSpPr txBox="1"/>
          <p:nvPr>
            <p:ph idx="14" type="title"/>
          </p:nvPr>
        </p:nvSpPr>
        <p:spPr>
          <a:xfrm>
            <a:off x="7339963" y="2535900"/>
            <a:ext cx="1581000" cy="6519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493" name="Google Shape;493;p25"/>
          <p:cNvSpPr txBox="1"/>
          <p:nvPr>
            <p:ph idx="15" type="title"/>
          </p:nvPr>
        </p:nvSpPr>
        <p:spPr>
          <a:xfrm>
            <a:off x="3780063" y="2535900"/>
            <a:ext cx="1581000" cy="6519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494" name="Google Shape;494;p25"/>
          <p:cNvSpPr txBox="1"/>
          <p:nvPr>
            <p:ph idx="16" type="title"/>
          </p:nvPr>
        </p:nvSpPr>
        <p:spPr>
          <a:xfrm>
            <a:off x="5557163" y="2535900"/>
            <a:ext cx="1581000" cy="6519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495" name="Google Shape;495;p25"/>
          <p:cNvSpPr txBox="1"/>
          <p:nvPr>
            <p:ph idx="17" type="title"/>
          </p:nvPr>
        </p:nvSpPr>
        <p:spPr>
          <a:xfrm>
            <a:off x="227650" y="2535900"/>
            <a:ext cx="1581000" cy="6519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496" name="Google Shape;496;p25"/>
          <p:cNvSpPr txBox="1"/>
          <p:nvPr>
            <p:ph idx="18" type="title"/>
          </p:nvPr>
        </p:nvSpPr>
        <p:spPr>
          <a:xfrm>
            <a:off x="2004750" y="2535900"/>
            <a:ext cx="1581000" cy="6519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497" name="Google Shape;497;p25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498" name="Google Shape;498;p25"/>
          <p:cNvSpPr txBox="1"/>
          <p:nvPr>
            <p:ph idx="19" type="body"/>
          </p:nvPr>
        </p:nvSpPr>
        <p:spPr>
          <a:xfrm>
            <a:off x="223881" y="44915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99" name="Google Shape;499;p25"/>
          <p:cNvSpPr txBox="1"/>
          <p:nvPr>
            <p:ph idx="20" type="body"/>
          </p:nvPr>
        </p:nvSpPr>
        <p:spPr>
          <a:xfrm>
            <a:off x="2004019" y="44915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00" name="Google Shape;500;p25"/>
          <p:cNvSpPr txBox="1"/>
          <p:nvPr>
            <p:ph idx="21" type="body"/>
          </p:nvPr>
        </p:nvSpPr>
        <p:spPr>
          <a:xfrm>
            <a:off x="3780063" y="44915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01" name="Google Shape;501;p25"/>
          <p:cNvSpPr txBox="1"/>
          <p:nvPr>
            <p:ph idx="22" type="body"/>
          </p:nvPr>
        </p:nvSpPr>
        <p:spPr>
          <a:xfrm>
            <a:off x="5557163" y="44915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02" name="Google Shape;502;p25"/>
          <p:cNvSpPr txBox="1"/>
          <p:nvPr>
            <p:ph idx="23" type="body"/>
          </p:nvPr>
        </p:nvSpPr>
        <p:spPr>
          <a:xfrm>
            <a:off x="7334263" y="44915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03" name="Google Shape;503;p25"/>
          <p:cNvSpPr txBox="1"/>
          <p:nvPr>
            <p:ph idx="24" type="body"/>
          </p:nvPr>
        </p:nvSpPr>
        <p:spPr>
          <a:xfrm>
            <a:off x="226606" y="38396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04" name="Google Shape;504;p25"/>
          <p:cNvSpPr txBox="1"/>
          <p:nvPr>
            <p:ph idx="25" type="body"/>
          </p:nvPr>
        </p:nvSpPr>
        <p:spPr>
          <a:xfrm>
            <a:off x="2006744" y="38396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05" name="Google Shape;505;p25"/>
          <p:cNvSpPr txBox="1"/>
          <p:nvPr>
            <p:ph idx="26" type="body"/>
          </p:nvPr>
        </p:nvSpPr>
        <p:spPr>
          <a:xfrm>
            <a:off x="3782788" y="38396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06" name="Google Shape;506;p25"/>
          <p:cNvSpPr txBox="1"/>
          <p:nvPr>
            <p:ph idx="27" type="body"/>
          </p:nvPr>
        </p:nvSpPr>
        <p:spPr>
          <a:xfrm>
            <a:off x="5559888" y="38396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07" name="Google Shape;507;p25"/>
          <p:cNvSpPr txBox="1"/>
          <p:nvPr>
            <p:ph idx="28" type="body"/>
          </p:nvPr>
        </p:nvSpPr>
        <p:spPr>
          <a:xfrm>
            <a:off x="7339713" y="38396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08" name="Google Shape;508;p25"/>
          <p:cNvSpPr txBox="1"/>
          <p:nvPr>
            <p:ph idx="29" type="body"/>
          </p:nvPr>
        </p:nvSpPr>
        <p:spPr>
          <a:xfrm>
            <a:off x="223519" y="3187800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09" name="Google Shape;509;p25"/>
          <p:cNvSpPr txBox="1"/>
          <p:nvPr>
            <p:ph idx="30" type="body"/>
          </p:nvPr>
        </p:nvSpPr>
        <p:spPr>
          <a:xfrm>
            <a:off x="2003656" y="3187800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10" name="Google Shape;510;p25"/>
          <p:cNvSpPr txBox="1"/>
          <p:nvPr>
            <p:ph idx="31" type="body"/>
          </p:nvPr>
        </p:nvSpPr>
        <p:spPr>
          <a:xfrm>
            <a:off x="3779701" y="3187800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11" name="Google Shape;511;p25"/>
          <p:cNvSpPr txBox="1"/>
          <p:nvPr>
            <p:ph idx="32" type="body"/>
          </p:nvPr>
        </p:nvSpPr>
        <p:spPr>
          <a:xfrm>
            <a:off x="5556800" y="3187800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12" name="Google Shape;512;p25"/>
          <p:cNvSpPr txBox="1"/>
          <p:nvPr>
            <p:ph idx="33" type="body"/>
          </p:nvPr>
        </p:nvSpPr>
        <p:spPr>
          <a:xfrm>
            <a:off x="7336626" y="3187800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2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15" name="Google Shape;515;p2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2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520" name="Google Shape;520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523" name="Google Shape;523;p2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24" name="Google Shape;524;p2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3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29" name="Google Shape;529;p3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3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3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34" name="Google Shape;534;p3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5" name="Google Shape;535;p3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3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3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40" name="Google Shape;540;p3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37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544" name="Google Shape;544;p37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5" name="Google Shape;545;p37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6" name="Google Shape;546;p37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7" name="Google Shape;547;p37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8" name="Google Shape;548;p37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9" name="Google Shape;549;p37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552" name="Google Shape;552;p38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53" name="Google Shape;553;p38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39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56" name="Google Shape;556;p39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57" name="Google Shape;557;p39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58" name="Google Shape;558;p39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59" name="Google Shape;559;p39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40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62" name="Google Shape;562;p40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63" name="Google Shape;563;p40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64" name="Google Shape;564;p40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65" name="Google Shape;565;p40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66" name="Google Shape;566;p40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67" name="Google Shape;567;p40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41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70" name="Google Shape;570;p41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71" name="Google Shape;571;p41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72" name="Google Shape;572;p41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73" name="Google Shape;573;p41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74" name="Google Shape;574;p41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75" name="Google Shape;575;p41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76" name="Google Shape;576;p41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77" name="Google Shape;577;p41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580" name="Google Shape;580;p42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43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83" name="Google Shape;583;p43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84" name="Google Shape;584;p43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85" name="Google Shape;585;p43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86" name="Google Shape;586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587" name="Google Shape;587;p43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88" name="Google Shape;588;p43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44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91" name="Google Shape;591;p44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92" name="Google Shape;592;p44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93" name="Google Shape;593;p44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94" name="Google Shape;594;p44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95" name="Google Shape;595;p44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96" name="Google Shape;596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597" name="Google Shape;597;p44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98" name="Google Shape;598;p44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99" name="Google Shape;599;p44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45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46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04" name="Google Shape;604;p46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05" name="Google Shape;605;p46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06" name="Google Shape;606;p46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07" name="Google Shape;607;p46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08" name="Google Shape;608;p46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09" name="Google Shape;609;p46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610" name="Google Shape;610;p46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11" name="Google Shape;611;p46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12" name="Google Shape;612;p46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46" Type="http://schemas.openxmlformats.org/officeDocument/2006/relationships/theme" Target="../theme/theme1.xml"/><Relationship Id="rId23" Type="http://schemas.openxmlformats.org/officeDocument/2006/relationships/slideLayout" Target="../slideLayouts/slideLayout23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47"/>
          <p:cNvSpPr/>
          <p:nvPr/>
        </p:nvSpPr>
        <p:spPr>
          <a:xfrm>
            <a:off x="38258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18" name="Google Shape;618;p47"/>
          <p:cNvSpPr/>
          <p:nvPr/>
        </p:nvSpPr>
        <p:spPr>
          <a:xfrm>
            <a:off x="2380538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19" name="Google Shape;619;p47"/>
          <p:cNvSpPr/>
          <p:nvPr/>
        </p:nvSpPr>
        <p:spPr>
          <a:xfrm>
            <a:off x="912237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20" name="Google Shape;620;p47"/>
          <p:cNvSpPr txBox="1"/>
          <p:nvPr>
            <p:ph type="title"/>
          </p:nvPr>
        </p:nvSpPr>
        <p:spPr>
          <a:xfrm>
            <a:off x="593175" y="486000"/>
            <a:ext cx="7916400" cy="274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</a:pPr>
            <a:r>
              <a:rPr lang="en"/>
              <a:t>Software Design Presentation</a:t>
            </a:r>
            <a:endParaRPr/>
          </a:p>
        </p:txBody>
      </p:sp>
      <p:sp>
        <p:nvSpPr>
          <p:cNvPr id="621" name="Google Shape;621;p47"/>
          <p:cNvSpPr txBox="1"/>
          <p:nvPr>
            <p:ph idx="1" type="body"/>
          </p:nvPr>
        </p:nvSpPr>
        <p:spPr>
          <a:xfrm>
            <a:off x="593179" y="3868400"/>
            <a:ext cx="3996600" cy="6480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n" sz="2000"/>
              <a:t>Seungjoo Ham &amp; Jibeom Ryu</a:t>
            </a:r>
            <a:endParaRPr sz="2000"/>
          </a:p>
        </p:txBody>
      </p:sp>
      <p:sp>
        <p:nvSpPr>
          <p:cNvPr id="622" name="Google Shape;622;p47"/>
          <p:cNvSpPr txBox="1"/>
          <p:nvPr>
            <p:ph idx="2" type="subTitle"/>
          </p:nvPr>
        </p:nvSpPr>
        <p:spPr>
          <a:xfrm>
            <a:off x="1284638" y="2148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CSE416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7" name="Google Shape;627;p48"/>
          <p:cNvGrpSpPr/>
          <p:nvPr/>
        </p:nvGrpSpPr>
        <p:grpSpPr>
          <a:xfrm>
            <a:off x="4943463" y="1050308"/>
            <a:ext cx="3804419" cy="3506644"/>
            <a:chOff x="2391741" y="972138"/>
            <a:chExt cx="2156700" cy="3200661"/>
          </a:xfrm>
        </p:grpSpPr>
        <p:sp>
          <p:nvSpPr>
            <p:cNvPr id="628" name="Google Shape;628;p48"/>
            <p:cNvSpPr/>
            <p:nvPr/>
          </p:nvSpPr>
          <p:spPr>
            <a:xfrm>
              <a:off x="2391741" y="1148799"/>
              <a:ext cx="2156700" cy="3024000"/>
            </a:xfrm>
            <a:prstGeom prst="roundRect">
              <a:avLst>
                <a:gd fmla="val 5925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80125" lIns="80125" spcFirstLastPara="1" rIns="80125" wrap="square" tIns="801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27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629" name="Google Shape;629;p48"/>
            <p:cNvSpPr/>
            <p:nvPr/>
          </p:nvSpPr>
          <p:spPr>
            <a:xfrm>
              <a:off x="2479025" y="972138"/>
              <a:ext cx="1122283" cy="180007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80125" lIns="80125" spcFirstLastPara="1" rIns="80125" wrap="square" tIns="80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27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grpSp>
        <p:nvGrpSpPr>
          <p:cNvPr id="630" name="Google Shape;630;p48"/>
          <p:cNvGrpSpPr/>
          <p:nvPr/>
        </p:nvGrpSpPr>
        <p:grpSpPr>
          <a:xfrm>
            <a:off x="467348" y="1050298"/>
            <a:ext cx="3804419" cy="3506644"/>
            <a:chOff x="192897" y="972138"/>
            <a:chExt cx="2156700" cy="3200661"/>
          </a:xfrm>
        </p:grpSpPr>
        <p:sp>
          <p:nvSpPr>
            <p:cNvPr id="631" name="Google Shape;631;p48"/>
            <p:cNvSpPr/>
            <p:nvPr/>
          </p:nvSpPr>
          <p:spPr>
            <a:xfrm>
              <a:off x="192897" y="1148799"/>
              <a:ext cx="2156700" cy="3024000"/>
            </a:xfrm>
            <a:prstGeom prst="roundRect">
              <a:avLst>
                <a:gd fmla="val 5925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80125" lIns="80125" spcFirstLastPara="1" rIns="80125" wrap="square" tIns="801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27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632" name="Google Shape;632;p48"/>
            <p:cNvSpPr/>
            <p:nvPr/>
          </p:nvSpPr>
          <p:spPr>
            <a:xfrm>
              <a:off x="286050" y="972138"/>
              <a:ext cx="1122283" cy="180007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80125" lIns="80125" spcFirstLastPara="1" rIns="80125" wrap="square" tIns="80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27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sp>
        <p:nvSpPr>
          <p:cNvPr id="633" name="Google Shape;633;p48"/>
          <p:cNvSpPr txBox="1"/>
          <p:nvPr>
            <p:ph idx="2" type="title"/>
          </p:nvPr>
        </p:nvSpPr>
        <p:spPr>
          <a:xfrm>
            <a:off x="727430" y="2228877"/>
            <a:ext cx="3804300" cy="234000"/>
          </a:xfrm>
          <a:prstGeom prst="rect">
            <a:avLst/>
          </a:prstGeom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54"/>
              <a:buNone/>
            </a:pPr>
            <a:r>
              <a:rPr lang="en" sz="2076"/>
              <a:t>General AI responses</a:t>
            </a:r>
            <a:endParaRPr sz="2076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54"/>
              <a:buNone/>
            </a:pPr>
            <a:r>
              <a:t/>
            </a:r>
            <a:endParaRPr sz="2076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54"/>
              <a:buNone/>
            </a:pPr>
            <a:r>
              <a:rPr lang="en" sz="2076"/>
              <a:t>No personalization</a:t>
            </a:r>
            <a:endParaRPr sz="2076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54"/>
              <a:buNone/>
            </a:pPr>
            <a:r>
              <a:t/>
            </a:r>
            <a:endParaRPr sz="2076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54"/>
              <a:buNone/>
            </a:pPr>
            <a:r>
              <a:rPr lang="en" sz="2076"/>
              <a:t>Same answer for everyone</a:t>
            </a:r>
            <a:endParaRPr sz="2076"/>
          </a:p>
        </p:txBody>
      </p:sp>
      <p:sp>
        <p:nvSpPr>
          <p:cNvPr id="634" name="Google Shape;634;p48"/>
          <p:cNvSpPr txBox="1"/>
          <p:nvPr>
            <p:ph idx="1" type="subTitle"/>
          </p:nvPr>
        </p:nvSpPr>
        <p:spPr>
          <a:xfrm>
            <a:off x="396575" y="501458"/>
            <a:ext cx="3239400" cy="135000"/>
          </a:xfrm>
          <a:prstGeom prst="rect">
            <a:avLst/>
          </a:prstGeom>
        </p:spPr>
        <p:txBody>
          <a:bodyPr anchorCtr="0" anchor="ctr" bIns="80125" lIns="80125" spcFirstLastPara="1" rIns="80125" wrap="square" tIns="801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76"/>
              <a:buNone/>
            </a:pPr>
            <a:r>
              <a:rPr lang="en" sz="1928"/>
              <a:t>Problem &amp; Solution</a:t>
            </a:r>
            <a:endParaRPr sz="1928"/>
          </a:p>
        </p:txBody>
      </p:sp>
      <p:sp>
        <p:nvSpPr>
          <p:cNvPr id="635" name="Google Shape;635;p48"/>
          <p:cNvSpPr txBox="1"/>
          <p:nvPr>
            <p:ph type="title"/>
          </p:nvPr>
        </p:nvSpPr>
        <p:spPr>
          <a:xfrm>
            <a:off x="727430" y="1689249"/>
            <a:ext cx="3804300" cy="234000"/>
          </a:xfrm>
          <a:prstGeom prst="rect">
            <a:avLst/>
          </a:prstGeom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54"/>
              <a:buNone/>
            </a:pPr>
            <a:r>
              <a:rPr b="1" lang="en" sz="1753">
                <a:latin typeface="Neuton"/>
                <a:ea typeface="Neuton"/>
                <a:cs typeface="Neuton"/>
                <a:sym typeface="Neuton"/>
              </a:rPr>
              <a:t>Problem</a:t>
            </a:r>
            <a:endParaRPr b="1" sz="1753">
              <a:latin typeface="Neuton"/>
              <a:ea typeface="Neuton"/>
              <a:cs typeface="Neuton"/>
              <a:sym typeface="Neuton"/>
            </a:endParaRPr>
          </a:p>
        </p:txBody>
      </p:sp>
      <p:sp>
        <p:nvSpPr>
          <p:cNvPr id="636" name="Google Shape;636;p48"/>
          <p:cNvSpPr txBox="1"/>
          <p:nvPr>
            <p:ph idx="2" type="title"/>
          </p:nvPr>
        </p:nvSpPr>
        <p:spPr>
          <a:xfrm>
            <a:off x="5041189" y="2228877"/>
            <a:ext cx="3804300" cy="234000"/>
          </a:xfrm>
          <a:prstGeom prst="rect">
            <a:avLst/>
          </a:prstGeom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54"/>
              <a:buNone/>
            </a:pPr>
            <a:r>
              <a:rPr lang="en" sz="2076"/>
              <a:t>MBTI-based AI responses</a:t>
            </a:r>
            <a:endParaRPr sz="2076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54"/>
              <a:buNone/>
            </a:pPr>
            <a:r>
              <a:t/>
            </a:r>
            <a:endParaRPr sz="2076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54"/>
              <a:buNone/>
            </a:pPr>
            <a:r>
              <a:rPr lang="en" sz="2076"/>
              <a:t>Personalized perspectives</a:t>
            </a:r>
            <a:endParaRPr sz="2076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54"/>
              <a:buNone/>
            </a:pPr>
            <a:r>
              <a:t/>
            </a:r>
            <a:endParaRPr sz="2076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54"/>
              <a:buNone/>
            </a:pPr>
            <a:r>
              <a:rPr lang="en" sz="2076"/>
              <a:t>Compare multiple viewpoints</a:t>
            </a:r>
            <a:endParaRPr sz="2076"/>
          </a:p>
        </p:txBody>
      </p:sp>
      <p:sp>
        <p:nvSpPr>
          <p:cNvPr id="637" name="Google Shape;637;p48"/>
          <p:cNvSpPr txBox="1"/>
          <p:nvPr>
            <p:ph type="title"/>
          </p:nvPr>
        </p:nvSpPr>
        <p:spPr>
          <a:xfrm>
            <a:off x="5057334" y="1689249"/>
            <a:ext cx="3804300" cy="234000"/>
          </a:xfrm>
          <a:prstGeom prst="rect">
            <a:avLst/>
          </a:prstGeom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54"/>
              <a:buNone/>
            </a:pPr>
            <a:r>
              <a:rPr b="1" lang="en" sz="1753">
                <a:latin typeface="Neuton"/>
                <a:ea typeface="Neuton"/>
                <a:cs typeface="Neuton"/>
                <a:sym typeface="Neuton"/>
              </a:rPr>
              <a:t>Solution</a:t>
            </a:r>
            <a:endParaRPr b="1" sz="1753">
              <a:latin typeface="Neuton"/>
              <a:ea typeface="Neuton"/>
              <a:cs typeface="Neuton"/>
              <a:sym typeface="Neuto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2" name="Google Shape;642;p49"/>
          <p:cNvGrpSpPr/>
          <p:nvPr/>
        </p:nvGrpSpPr>
        <p:grpSpPr>
          <a:xfrm>
            <a:off x="6091325" y="839476"/>
            <a:ext cx="2856600" cy="3946012"/>
            <a:chOff x="3140675" y="501200"/>
            <a:chExt cx="2856600" cy="4462300"/>
          </a:xfrm>
        </p:grpSpPr>
        <p:sp>
          <p:nvSpPr>
            <p:cNvPr id="643" name="Google Shape;643;p49"/>
            <p:cNvSpPr/>
            <p:nvPr/>
          </p:nvSpPr>
          <p:spPr>
            <a:xfrm rot="5400000">
              <a:off x="2427125" y="1393350"/>
              <a:ext cx="4283700" cy="2856600"/>
            </a:xfrm>
            <a:prstGeom prst="roundRect">
              <a:avLst>
                <a:gd fmla="val 5925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644" name="Google Shape;644;p49"/>
            <p:cNvSpPr/>
            <p:nvPr/>
          </p:nvSpPr>
          <p:spPr>
            <a:xfrm>
              <a:off x="3295225" y="501200"/>
              <a:ext cx="1122283" cy="180007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grpSp>
        <p:nvGrpSpPr>
          <p:cNvPr id="645" name="Google Shape;645;p49"/>
          <p:cNvGrpSpPr/>
          <p:nvPr/>
        </p:nvGrpSpPr>
        <p:grpSpPr>
          <a:xfrm>
            <a:off x="195775" y="839476"/>
            <a:ext cx="2856600" cy="3946012"/>
            <a:chOff x="192900" y="501200"/>
            <a:chExt cx="2856600" cy="4462300"/>
          </a:xfrm>
        </p:grpSpPr>
        <p:sp>
          <p:nvSpPr>
            <p:cNvPr id="646" name="Google Shape;646;p49"/>
            <p:cNvSpPr/>
            <p:nvPr/>
          </p:nvSpPr>
          <p:spPr>
            <a:xfrm rot="5400000">
              <a:off x="-520650" y="1393350"/>
              <a:ext cx="4283700" cy="2856600"/>
            </a:xfrm>
            <a:prstGeom prst="roundRect">
              <a:avLst>
                <a:gd fmla="val 5925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647" name="Google Shape;647;p49"/>
            <p:cNvSpPr/>
            <p:nvPr/>
          </p:nvSpPr>
          <p:spPr>
            <a:xfrm>
              <a:off x="347450" y="501200"/>
              <a:ext cx="1122283" cy="180007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grpSp>
        <p:nvGrpSpPr>
          <p:cNvPr id="648" name="Google Shape;648;p49"/>
          <p:cNvGrpSpPr/>
          <p:nvPr/>
        </p:nvGrpSpPr>
        <p:grpSpPr>
          <a:xfrm>
            <a:off x="3143550" y="839476"/>
            <a:ext cx="2856600" cy="3946012"/>
            <a:chOff x="3140675" y="501200"/>
            <a:chExt cx="2856600" cy="4462300"/>
          </a:xfrm>
        </p:grpSpPr>
        <p:sp>
          <p:nvSpPr>
            <p:cNvPr id="649" name="Google Shape;649;p49"/>
            <p:cNvSpPr/>
            <p:nvPr/>
          </p:nvSpPr>
          <p:spPr>
            <a:xfrm rot="5400000">
              <a:off x="2427125" y="1393350"/>
              <a:ext cx="4283700" cy="2856600"/>
            </a:xfrm>
            <a:prstGeom prst="roundRect">
              <a:avLst>
                <a:gd fmla="val 5925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650" name="Google Shape;650;p49"/>
            <p:cNvSpPr/>
            <p:nvPr/>
          </p:nvSpPr>
          <p:spPr>
            <a:xfrm>
              <a:off x="3295225" y="501200"/>
              <a:ext cx="1122283" cy="180007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sp>
        <p:nvSpPr>
          <p:cNvPr id="651" name="Google Shape;651;p49"/>
          <p:cNvSpPr txBox="1"/>
          <p:nvPr>
            <p:ph type="title"/>
          </p:nvPr>
        </p:nvSpPr>
        <p:spPr>
          <a:xfrm>
            <a:off x="245207" y="1390548"/>
            <a:ext cx="2856900" cy="2361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>
                <a:latin typeface="Neuton"/>
                <a:ea typeface="Neuton"/>
                <a:cs typeface="Neuton"/>
                <a:sym typeface="Neuton"/>
              </a:rPr>
              <a:t>What users can do</a:t>
            </a:r>
            <a:endParaRPr b="1">
              <a:latin typeface="Neuton"/>
              <a:ea typeface="Neuton"/>
              <a:cs typeface="Neuton"/>
              <a:sym typeface="Neuton"/>
            </a:endParaRPr>
          </a:p>
        </p:txBody>
      </p:sp>
      <p:sp>
        <p:nvSpPr>
          <p:cNvPr id="652" name="Google Shape;652;p49"/>
          <p:cNvSpPr txBox="1"/>
          <p:nvPr>
            <p:ph idx="1" type="subTitle"/>
          </p:nvPr>
        </p:nvSpPr>
        <p:spPr>
          <a:xfrm>
            <a:off x="206567" y="346141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1900"/>
              <a:t>Calendar Requirements</a:t>
            </a:r>
            <a:endParaRPr sz="1900"/>
          </a:p>
        </p:txBody>
      </p:sp>
      <p:sp>
        <p:nvSpPr>
          <p:cNvPr id="653" name="Google Shape;653;p49"/>
          <p:cNvSpPr txBox="1"/>
          <p:nvPr>
            <p:ph idx="2" type="title"/>
          </p:nvPr>
        </p:nvSpPr>
        <p:spPr>
          <a:xfrm>
            <a:off x="3240914" y="1406692"/>
            <a:ext cx="2856900" cy="2361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>
                <a:latin typeface="Neuton"/>
                <a:ea typeface="Neuton"/>
                <a:cs typeface="Neuton"/>
                <a:sym typeface="Neuton"/>
              </a:rPr>
              <a:t>Core features</a:t>
            </a:r>
            <a:endParaRPr b="1">
              <a:latin typeface="Neuton"/>
              <a:ea typeface="Neuton"/>
              <a:cs typeface="Neuton"/>
              <a:sym typeface="Neuton"/>
            </a:endParaRPr>
          </a:p>
        </p:txBody>
      </p:sp>
      <p:sp>
        <p:nvSpPr>
          <p:cNvPr id="654" name="Google Shape;654;p49"/>
          <p:cNvSpPr txBox="1"/>
          <p:nvPr>
            <p:ph idx="3" type="title"/>
          </p:nvPr>
        </p:nvSpPr>
        <p:spPr>
          <a:xfrm>
            <a:off x="6123613" y="1422836"/>
            <a:ext cx="2856900" cy="2361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>
                <a:latin typeface="Neuton"/>
                <a:ea typeface="Neuton"/>
                <a:cs typeface="Neuton"/>
                <a:sym typeface="Neuton"/>
              </a:rPr>
              <a:t>Why this matters</a:t>
            </a:r>
            <a:endParaRPr b="1">
              <a:latin typeface="Neuton"/>
              <a:ea typeface="Neuton"/>
              <a:cs typeface="Neuton"/>
              <a:sym typeface="Neuton"/>
            </a:endParaRPr>
          </a:p>
        </p:txBody>
      </p:sp>
      <p:sp>
        <p:nvSpPr>
          <p:cNvPr id="655" name="Google Shape;655;p49"/>
          <p:cNvSpPr txBox="1"/>
          <p:nvPr>
            <p:ph idx="4" type="body"/>
          </p:nvPr>
        </p:nvSpPr>
        <p:spPr>
          <a:xfrm>
            <a:off x="180806" y="1647610"/>
            <a:ext cx="2856900" cy="3138300"/>
          </a:xfrm>
          <a:prstGeom prst="rect">
            <a:avLst/>
          </a:prstGeom>
        </p:spPr>
        <p:txBody>
          <a:bodyPr anchorCtr="0" anchor="t" bIns="180000" lIns="180000" spcFirstLastPara="1" rIns="180000" wrap="square" tIns="270000">
            <a:normAutofit/>
          </a:bodyPr>
          <a:lstStyle/>
          <a:p>
            <a:pPr indent="-90000" lvl="0" marL="180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" sz="1700"/>
              <a:t>Select date / data range</a:t>
            </a:r>
            <a:endParaRPr sz="1700"/>
          </a:p>
          <a:p>
            <a:pPr indent="-90000" lvl="0" marL="1800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t/>
            </a:r>
            <a:endParaRPr sz="1700"/>
          </a:p>
          <a:p>
            <a:pPr indent="-90000" lvl="0" marL="1800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" sz="1700"/>
              <a:t>View selected schedule</a:t>
            </a:r>
            <a:endParaRPr sz="1700"/>
          </a:p>
          <a:p>
            <a:pPr indent="-90000" lvl="0" marL="1800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" sz="1700"/>
              <a:t>(right panel)</a:t>
            </a:r>
            <a:br>
              <a:rPr lang="en" sz="1700"/>
            </a:br>
            <a:endParaRPr sz="1700"/>
          </a:p>
          <a:p>
            <a:pPr indent="-90000" lvl="0" marL="180000" rtl="0" algn="l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" sz="1700"/>
              <a:t>Clear time visualization</a:t>
            </a:r>
            <a:endParaRPr sz="1700"/>
          </a:p>
        </p:txBody>
      </p:sp>
      <p:sp>
        <p:nvSpPr>
          <p:cNvPr id="656" name="Google Shape;656;p49"/>
          <p:cNvSpPr txBox="1"/>
          <p:nvPr>
            <p:ph idx="5" type="body"/>
          </p:nvPr>
        </p:nvSpPr>
        <p:spPr>
          <a:xfrm>
            <a:off x="3143400" y="1679898"/>
            <a:ext cx="2856900" cy="3138300"/>
          </a:xfrm>
          <a:prstGeom prst="rect">
            <a:avLst/>
          </a:prstGeom>
        </p:spPr>
        <p:txBody>
          <a:bodyPr anchorCtr="0" anchor="t" bIns="180000" lIns="180000" spcFirstLastPara="1" rIns="180000" wrap="square" tIns="270000">
            <a:normAutofit/>
          </a:bodyPr>
          <a:lstStyle/>
          <a:p>
            <a:pPr indent="-90000" lvl="0" marL="180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" sz="1500"/>
              <a:t>Create / Edit / Delete event</a:t>
            </a:r>
            <a:endParaRPr sz="1500"/>
          </a:p>
          <a:p>
            <a:pPr indent="-90000" lvl="0" marL="1800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t/>
            </a:r>
            <a:endParaRPr sz="1500"/>
          </a:p>
          <a:p>
            <a:pPr indent="-90000" lvl="0" marL="1800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" sz="1500"/>
              <a:t>Multiple views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Month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Week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Day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Agenda</a:t>
            </a:r>
            <a:endParaRPr sz="1500"/>
          </a:p>
        </p:txBody>
      </p:sp>
      <p:sp>
        <p:nvSpPr>
          <p:cNvPr id="657" name="Google Shape;657;p49"/>
          <p:cNvSpPr txBox="1"/>
          <p:nvPr>
            <p:ph idx="6" type="body"/>
          </p:nvPr>
        </p:nvSpPr>
        <p:spPr>
          <a:xfrm>
            <a:off x="6089850" y="1679898"/>
            <a:ext cx="2856900" cy="3138300"/>
          </a:xfrm>
          <a:prstGeom prst="rect">
            <a:avLst/>
          </a:prstGeom>
        </p:spPr>
        <p:txBody>
          <a:bodyPr anchorCtr="0" anchor="t" bIns="180000" lIns="180000" spcFirstLastPara="1" rIns="180000" wrap="square" tIns="270000">
            <a:normAutofit/>
          </a:bodyPr>
          <a:lstStyle/>
          <a:p>
            <a:pPr indent="-90000" lvl="0" marL="180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" sz="1500"/>
              <a:t>Not just a chat service</a:t>
            </a:r>
            <a:endParaRPr sz="1500"/>
          </a:p>
          <a:p>
            <a:pPr indent="-90000" lvl="0" marL="1800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t/>
            </a:r>
            <a:endParaRPr sz="1500"/>
          </a:p>
          <a:p>
            <a:pPr indent="-90000" lvl="0" marL="1800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" sz="1500"/>
              <a:t>Connect AI with real planning</a:t>
            </a:r>
            <a:endParaRPr sz="1500"/>
          </a:p>
          <a:p>
            <a:pPr indent="-90000" lvl="0" marL="1800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t/>
            </a:r>
            <a:endParaRPr sz="1500"/>
          </a:p>
          <a:p>
            <a:pPr indent="-90000" lvl="0" marL="180000" rtl="0" algn="l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" sz="1500"/>
              <a:t>MBTI-based planning recommendation</a:t>
            </a:r>
            <a:endParaRPr sz="15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2" name="Google Shape;662;p50" title="System-Architecture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663" name="Google Shape;663;p50"/>
          <p:cNvSpPr txBox="1"/>
          <p:nvPr>
            <p:ph idx="1" type="subTitle"/>
          </p:nvPr>
        </p:nvSpPr>
        <p:spPr>
          <a:xfrm>
            <a:off x="5290925" y="188021"/>
            <a:ext cx="3654000" cy="205800"/>
          </a:xfrm>
          <a:prstGeom prst="rect">
            <a:avLst/>
          </a:prstGeom>
        </p:spPr>
        <p:txBody>
          <a:bodyPr anchorCtr="0" anchor="ctr" bIns="80125" lIns="80125" spcFirstLastPara="1" rIns="80125" wrap="square" tIns="801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76"/>
              <a:buNone/>
            </a:pPr>
            <a:r>
              <a:rPr lang="en" sz="1928"/>
              <a:t>System Architecture &amp; Tech</a:t>
            </a:r>
            <a:endParaRPr sz="1928"/>
          </a:p>
        </p:txBody>
      </p:sp>
      <p:pic>
        <p:nvPicPr>
          <p:cNvPr id="664" name="Google Shape;664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48325" y="4894350"/>
            <a:ext cx="1195675" cy="24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9" name="Google Shape;669;p51" title="MBTInduce_Overall_Class_Diagr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32150"/>
            <a:ext cx="9144003" cy="5175651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1"/>
          <p:cNvSpPr txBox="1"/>
          <p:nvPr>
            <p:ph idx="1" type="subTitle"/>
          </p:nvPr>
        </p:nvSpPr>
        <p:spPr>
          <a:xfrm>
            <a:off x="67075" y="83546"/>
            <a:ext cx="3654000" cy="205800"/>
          </a:xfrm>
          <a:prstGeom prst="rect">
            <a:avLst/>
          </a:prstGeom>
        </p:spPr>
        <p:txBody>
          <a:bodyPr anchorCtr="0" anchor="ctr" bIns="80125" lIns="80125" spcFirstLastPara="1" rIns="80125" wrap="square" tIns="801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76"/>
              <a:buNone/>
            </a:pPr>
            <a:r>
              <a:rPr lang="en" sz="1928"/>
              <a:t>Data Design</a:t>
            </a:r>
            <a:endParaRPr sz="1928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5" name="Google Shape;675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87" y="0"/>
            <a:ext cx="9131625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676" name="Google Shape;676;p52"/>
          <p:cNvSpPr txBox="1"/>
          <p:nvPr>
            <p:ph idx="1" type="subTitle"/>
          </p:nvPr>
        </p:nvSpPr>
        <p:spPr>
          <a:xfrm>
            <a:off x="51025" y="453246"/>
            <a:ext cx="3654000" cy="205800"/>
          </a:xfrm>
          <a:prstGeom prst="rect">
            <a:avLst/>
          </a:prstGeom>
        </p:spPr>
        <p:txBody>
          <a:bodyPr anchorCtr="0" anchor="ctr" bIns="80125" lIns="80125" spcFirstLastPara="1" rIns="80125" wrap="square" tIns="801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76"/>
              <a:buNone/>
            </a:pPr>
            <a:r>
              <a:rPr lang="en" sz="1928"/>
              <a:t>Data Design</a:t>
            </a:r>
            <a:endParaRPr sz="1928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53"/>
          <p:cNvSpPr txBox="1"/>
          <p:nvPr>
            <p:ph idx="1" type="subTitle"/>
          </p:nvPr>
        </p:nvSpPr>
        <p:spPr>
          <a:xfrm>
            <a:off x="396575" y="501446"/>
            <a:ext cx="3654000" cy="205800"/>
          </a:xfrm>
          <a:prstGeom prst="rect">
            <a:avLst/>
          </a:prstGeom>
        </p:spPr>
        <p:txBody>
          <a:bodyPr anchorCtr="0" anchor="ctr" bIns="80125" lIns="80125" spcFirstLastPara="1" rIns="80125" wrap="square" tIns="801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76"/>
              <a:buNone/>
            </a:pPr>
            <a:r>
              <a:rPr lang="en" sz="1928"/>
              <a:t>Sequence Diagrams</a:t>
            </a:r>
            <a:endParaRPr sz="1928"/>
          </a:p>
        </p:txBody>
      </p:sp>
      <p:pic>
        <p:nvPicPr>
          <p:cNvPr id="682" name="Google Shape;682;p53" title="MAINCHAT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75" y="859650"/>
            <a:ext cx="4558225" cy="4131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683" name="Google Shape;683;p53" title="SIMULATION2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859650"/>
            <a:ext cx="4572000" cy="3479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54"/>
          <p:cNvSpPr txBox="1"/>
          <p:nvPr>
            <p:ph idx="2" type="title"/>
          </p:nvPr>
        </p:nvSpPr>
        <p:spPr>
          <a:xfrm>
            <a:off x="149925" y="1285053"/>
            <a:ext cx="9144000" cy="2424300"/>
          </a:xfrm>
          <a:prstGeom prst="rect">
            <a:avLst/>
          </a:prstGeom>
        </p:spPr>
        <p:txBody>
          <a:bodyPr anchorCtr="0" anchor="t" bIns="108000" lIns="252000" spcFirstLastPara="1" rIns="25200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"/>
              <a:t>Both front and back will be deployed separately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"/>
              <a:t>Improves system stability and flexibility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"/>
              <a:t>Follows a CI / CD (Continuous integration and continuous deployment) workflow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"/>
              <a:t>Automated workflow -&gt; reduce deployment errors and improves development efficiency</a:t>
            </a:r>
            <a:endParaRPr/>
          </a:p>
        </p:txBody>
      </p:sp>
      <p:sp>
        <p:nvSpPr>
          <p:cNvPr id="689" name="Google Shape;689;p54"/>
          <p:cNvSpPr/>
          <p:nvPr/>
        </p:nvSpPr>
        <p:spPr>
          <a:xfrm>
            <a:off x="24850" y="422425"/>
            <a:ext cx="3354600" cy="8118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90" name="Google Shape;690;p54"/>
          <p:cNvSpPr txBox="1"/>
          <p:nvPr>
            <p:ph idx="1" type="subTitle"/>
          </p:nvPr>
        </p:nvSpPr>
        <p:spPr>
          <a:xfrm>
            <a:off x="370400" y="751375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1800"/>
              <a:t>Deployment - Railway</a:t>
            </a:r>
            <a:endParaRPr sz="1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55"/>
          <p:cNvSpPr/>
          <p:nvPr/>
        </p:nvSpPr>
        <p:spPr>
          <a:xfrm rot="5400000">
            <a:off x="1238857" y="1711850"/>
            <a:ext cx="2208600" cy="4341600"/>
          </a:xfrm>
          <a:prstGeom prst="roundRect">
            <a:avLst>
              <a:gd fmla="val 5925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96" name="Google Shape;696;p55"/>
          <p:cNvSpPr/>
          <p:nvPr/>
        </p:nvSpPr>
        <p:spPr>
          <a:xfrm>
            <a:off x="357725" y="2971932"/>
            <a:ext cx="2047800" cy="390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7" name="Google Shape;697;p55"/>
          <p:cNvSpPr/>
          <p:nvPr/>
        </p:nvSpPr>
        <p:spPr>
          <a:xfrm rot="5400000">
            <a:off x="1274107" y="-573272"/>
            <a:ext cx="2138100" cy="4341600"/>
          </a:xfrm>
          <a:prstGeom prst="roundRect">
            <a:avLst>
              <a:gd fmla="val 5925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98" name="Google Shape;698;p55"/>
          <p:cNvSpPr/>
          <p:nvPr/>
        </p:nvSpPr>
        <p:spPr>
          <a:xfrm>
            <a:off x="357725" y="715875"/>
            <a:ext cx="2047800" cy="3780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55"/>
          <p:cNvSpPr/>
          <p:nvPr/>
        </p:nvSpPr>
        <p:spPr>
          <a:xfrm rot="5400000">
            <a:off x="5731432" y="-574447"/>
            <a:ext cx="2138100" cy="4341600"/>
          </a:xfrm>
          <a:prstGeom prst="roundRect">
            <a:avLst>
              <a:gd fmla="val 5925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00" name="Google Shape;700;p55"/>
          <p:cNvSpPr/>
          <p:nvPr/>
        </p:nvSpPr>
        <p:spPr>
          <a:xfrm>
            <a:off x="4815050" y="714700"/>
            <a:ext cx="2047800" cy="3780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p55"/>
          <p:cNvSpPr/>
          <p:nvPr/>
        </p:nvSpPr>
        <p:spPr>
          <a:xfrm rot="5400000">
            <a:off x="5697675" y="1710350"/>
            <a:ext cx="2205600" cy="4341600"/>
          </a:xfrm>
          <a:prstGeom prst="roundRect">
            <a:avLst>
              <a:gd fmla="val 5925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02" name="Google Shape;702;p55"/>
          <p:cNvSpPr/>
          <p:nvPr/>
        </p:nvSpPr>
        <p:spPr>
          <a:xfrm>
            <a:off x="4815050" y="2976975"/>
            <a:ext cx="2047800" cy="378000"/>
          </a:xfrm>
          <a:prstGeom prst="roundRect">
            <a:avLst>
              <a:gd fmla="val 500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55"/>
          <p:cNvSpPr/>
          <p:nvPr/>
        </p:nvSpPr>
        <p:spPr>
          <a:xfrm>
            <a:off x="357725" y="2971932"/>
            <a:ext cx="2047800" cy="390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4" name="Google Shape;704;p55"/>
          <p:cNvSpPr/>
          <p:nvPr/>
        </p:nvSpPr>
        <p:spPr>
          <a:xfrm>
            <a:off x="4815050" y="714700"/>
            <a:ext cx="2047800" cy="3780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5" name="Google Shape;705;p55"/>
          <p:cNvSpPr/>
          <p:nvPr/>
        </p:nvSpPr>
        <p:spPr>
          <a:xfrm>
            <a:off x="357725" y="715875"/>
            <a:ext cx="2047800" cy="3780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55"/>
          <p:cNvSpPr txBox="1"/>
          <p:nvPr>
            <p:ph idx="5" type="subTitle"/>
          </p:nvPr>
        </p:nvSpPr>
        <p:spPr>
          <a:xfrm>
            <a:off x="197150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1800"/>
              <a:t>Code conventions</a:t>
            </a:r>
            <a:endParaRPr sz="1800"/>
          </a:p>
        </p:txBody>
      </p:sp>
      <p:sp>
        <p:nvSpPr>
          <p:cNvPr id="707" name="Google Shape;707;p55"/>
          <p:cNvSpPr txBox="1"/>
          <p:nvPr>
            <p:ph idx="3" type="subTitle"/>
          </p:nvPr>
        </p:nvSpPr>
        <p:spPr>
          <a:xfrm>
            <a:off x="357425" y="718250"/>
            <a:ext cx="2048400" cy="378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/>
              <a:t>Frontend</a:t>
            </a:r>
            <a:endParaRPr/>
          </a:p>
        </p:txBody>
      </p:sp>
      <p:sp>
        <p:nvSpPr>
          <p:cNvPr id="708" name="Google Shape;708;p55"/>
          <p:cNvSpPr txBox="1"/>
          <p:nvPr>
            <p:ph idx="1" type="body"/>
          </p:nvPr>
        </p:nvSpPr>
        <p:spPr>
          <a:xfrm>
            <a:off x="172350" y="1093875"/>
            <a:ext cx="4341600" cy="1299600"/>
          </a:xfrm>
          <a:prstGeom prst="rect">
            <a:avLst/>
          </a:prstGeom>
        </p:spPr>
        <p:txBody>
          <a:bodyPr anchorCtr="0" anchor="t" bIns="180000" lIns="180000" spcFirstLastPara="1" rIns="180000" wrap="square" tIns="180000">
            <a:normAutofit/>
          </a:bodyPr>
          <a:lstStyle/>
          <a:p>
            <a:pPr indent="-90000" lvl="0" marL="180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" sz="1400"/>
              <a:t>React components -&gt; PascalCase</a:t>
            </a:r>
            <a:endParaRPr sz="1400"/>
          </a:p>
          <a:p>
            <a:pPr indent="-90000" lvl="0" marL="1800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" sz="1400"/>
              <a:t>State values -&gt; camelCase</a:t>
            </a:r>
            <a:endParaRPr sz="1400"/>
          </a:p>
          <a:p>
            <a:pPr indent="-90000" lvl="0" marL="180000" rtl="0" algn="l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" sz="1400"/>
              <a:t>TypeScript interfaces and types -&gt; PascalCase</a:t>
            </a:r>
            <a:endParaRPr sz="1400"/>
          </a:p>
        </p:txBody>
      </p:sp>
      <p:sp>
        <p:nvSpPr>
          <p:cNvPr id="709" name="Google Shape;709;p55"/>
          <p:cNvSpPr txBox="1"/>
          <p:nvPr>
            <p:ph idx="6" type="subTitle"/>
          </p:nvPr>
        </p:nvSpPr>
        <p:spPr>
          <a:xfrm>
            <a:off x="4814750" y="717075"/>
            <a:ext cx="2048400" cy="378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/>
              <a:t>Backend</a:t>
            </a:r>
            <a:endParaRPr/>
          </a:p>
        </p:txBody>
      </p:sp>
      <p:sp>
        <p:nvSpPr>
          <p:cNvPr id="710" name="Google Shape;710;p55"/>
          <p:cNvSpPr txBox="1"/>
          <p:nvPr>
            <p:ph idx="7" type="body"/>
          </p:nvPr>
        </p:nvSpPr>
        <p:spPr>
          <a:xfrm>
            <a:off x="4629675" y="1013325"/>
            <a:ext cx="4341600" cy="1299600"/>
          </a:xfrm>
          <a:prstGeom prst="rect">
            <a:avLst/>
          </a:prstGeom>
        </p:spPr>
        <p:txBody>
          <a:bodyPr anchorCtr="0" anchor="t" bIns="180000" lIns="180000" spcFirstLastPara="1" rIns="180000" wrap="square" tIns="180000">
            <a:noAutofit/>
          </a:bodyPr>
          <a:lstStyle/>
          <a:p>
            <a:pPr indent="-90000" lvl="0" marL="180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" sz="1300"/>
              <a:t>Files and folders -&gt; lowercase or camelCase</a:t>
            </a:r>
            <a:endParaRPr sz="1300"/>
          </a:p>
          <a:p>
            <a:pPr indent="-90000" lvl="0" marL="1800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" sz="1300"/>
              <a:t>API route handlers, controller functions, service functions, variables</a:t>
            </a:r>
            <a:endParaRPr sz="1300"/>
          </a:p>
          <a:p>
            <a:pPr indent="-90000" lvl="0" marL="1800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" sz="1300"/>
              <a:t>-&gt; camelCase</a:t>
            </a:r>
            <a:endParaRPr sz="1300"/>
          </a:p>
          <a:p>
            <a:pPr indent="-90000" lvl="0" marL="180000" rtl="0" algn="l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" sz="1300"/>
              <a:t>Database models -&gt; PascalCase</a:t>
            </a:r>
            <a:endParaRPr sz="1300"/>
          </a:p>
        </p:txBody>
      </p:sp>
      <p:sp>
        <p:nvSpPr>
          <p:cNvPr id="711" name="Google Shape;711;p55"/>
          <p:cNvSpPr txBox="1"/>
          <p:nvPr>
            <p:ph idx="2" type="subTitle"/>
          </p:nvPr>
        </p:nvSpPr>
        <p:spPr>
          <a:xfrm>
            <a:off x="357425" y="2974373"/>
            <a:ext cx="2048400" cy="3906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/>
              <a:t>Constants</a:t>
            </a:r>
            <a:endParaRPr/>
          </a:p>
        </p:txBody>
      </p:sp>
      <p:sp>
        <p:nvSpPr>
          <p:cNvPr id="712" name="Google Shape;712;p55"/>
          <p:cNvSpPr txBox="1"/>
          <p:nvPr>
            <p:ph idx="4" type="body"/>
          </p:nvPr>
        </p:nvSpPr>
        <p:spPr>
          <a:xfrm>
            <a:off x="172350" y="3362406"/>
            <a:ext cx="4341600" cy="1299600"/>
          </a:xfrm>
          <a:prstGeom prst="rect">
            <a:avLst/>
          </a:prstGeom>
        </p:spPr>
        <p:txBody>
          <a:bodyPr anchorCtr="0" anchor="t" bIns="180000" lIns="180000" spcFirstLastPara="1" rIns="180000" wrap="square" tIns="180000">
            <a:normAutofit/>
          </a:bodyPr>
          <a:lstStyle/>
          <a:p>
            <a:pPr indent="-90000" lvl="0" marL="180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" sz="1600"/>
              <a:t>Constants and environment-related values</a:t>
            </a:r>
            <a:endParaRPr sz="1600"/>
          </a:p>
          <a:p>
            <a:pPr indent="-90000" lvl="0" marL="180000" rtl="0" algn="l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" sz="1600"/>
              <a:t>-&gt; UPPER_SNAKE_CASE</a:t>
            </a:r>
            <a:endParaRPr sz="1600"/>
          </a:p>
        </p:txBody>
      </p:sp>
      <p:sp>
        <p:nvSpPr>
          <p:cNvPr id="713" name="Google Shape;713;p55"/>
          <p:cNvSpPr txBox="1"/>
          <p:nvPr>
            <p:ph idx="8" type="subTitle"/>
          </p:nvPr>
        </p:nvSpPr>
        <p:spPr>
          <a:xfrm>
            <a:off x="4814750" y="2979350"/>
            <a:ext cx="2048400" cy="378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/>
              <a:t>Formatting</a:t>
            </a:r>
            <a:endParaRPr/>
          </a:p>
        </p:txBody>
      </p:sp>
      <p:sp>
        <p:nvSpPr>
          <p:cNvPr id="714" name="Google Shape;714;p55"/>
          <p:cNvSpPr txBox="1"/>
          <p:nvPr>
            <p:ph idx="4294967295" type="body"/>
          </p:nvPr>
        </p:nvSpPr>
        <p:spPr>
          <a:xfrm>
            <a:off x="4629675" y="3361192"/>
            <a:ext cx="4341600" cy="1299600"/>
          </a:xfrm>
          <a:prstGeom prst="rect">
            <a:avLst/>
          </a:prstGeom>
        </p:spPr>
        <p:txBody>
          <a:bodyPr anchorCtr="0" anchor="t" bIns="180000" lIns="180000" spcFirstLastPara="1" rIns="180000" wrap="square" tIns="180000">
            <a:normAutofit/>
          </a:bodyPr>
          <a:lstStyle/>
          <a:p>
            <a:pPr indent="-90000" lvl="0" marL="180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" sz="1500"/>
              <a:t>Use 2 spaces for indentation</a:t>
            </a:r>
            <a:endParaRPr sz="1500"/>
          </a:p>
          <a:p>
            <a:pPr indent="-90000" lvl="0" marL="1800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" sz="1500"/>
              <a:t>Use semicolons at the end of statements</a:t>
            </a:r>
            <a:endParaRPr sz="1500"/>
          </a:p>
          <a:p>
            <a:pPr indent="-90000" lvl="0" marL="180000" rtl="0" algn="l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" sz="1500"/>
              <a:t>Prefer single quotes for strings</a:t>
            </a:r>
            <a:endParaRPr sz="15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56"/>
          <p:cNvSpPr txBox="1"/>
          <p:nvPr>
            <p:ph idx="1" type="subTitle"/>
          </p:nvPr>
        </p:nvSpPr>
        <p:spPr>
          <a:xfrm>
            <a:off x="122126" y="501458"/>
            <a:ext cx="3239400" cy="135000"/>
          </a:xfrm>
          <a:prstGeom prst="rect">
            <a:avLst/>
          </a:prstGeom>
        </p:spPr>
        <p:txBody>
          <a:bodyPr anchorCtr="0" anchor="ctr" bIns="80125" lIns="80125" spcFirstLastPara="1" rIns="80125" wrap="square" tIns="801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76"/>
              <a:buNone/>
            </a:pPr>
            <a:r>
              <a:rPr lang="en" sz="1928"/>
              <a:t>So far</a:t>
            </a:r>
            <a:endParaRPr sz="1928"/>
          </a:p>
        </p:txBody>
      </p:sp>
      <p:pic>
        <p:nvPicPr>
          <p:cNvPr id="720" name="Google Shape;720;p56" title="KakaoTalk_20260428_18111429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34158"/>
            <a:ext cx="8839201" cy="35309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57"/>
          <p:cNvSpPr/>
          <p:nvPr/>
        </p:nvSpPr>
        <p:spPr>
          <a:xfrm rot="5400000">
            <a:off x="1238857" y="1711850"/>
            <a:ext cx="2208600" cy="4341600"/>
          </a:xfrm>
          <a:prstGeom prst="roundRect">
            <a:avLst>
              <a:gd fmla="val 5925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26" name="Google Shape;726;p57"/>
          <p:cNvSpPr/>
          <p:nvPr/>
        </p:nvSpPr>
        <p:spPr>
          <a:xfrm>
            <a:off x="357725" y="2971932"/>
            <a:ext cx="2047800" cy="390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7" name="Google Shape;727;p57"/>
          <p:cNvSpPr/>
          <p:nvPr/>
        </p:nvSpPr>
        <p:spPr>
          <a:xfrm rot="5400000">
            <a:off x="1274107" y="-573272"/>
            <a:ext cx="2138100" cy="4341600"/>
          </a:xfrm>
          <a:prstGeom prst="roundRect">
            <a:avLst>
              <a:gd fmla="val 5925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28" name="Google Shape;728;p57"/>
          <p:cNvSpPr/>
          <p:nvPr/>
        </p:nvSpPr>
        <p:spPr>
          <a:xfrm>
            <a:off x="357725" y="715875"/>
            <a:ext cx="2047800" cy="3780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9" name="Google Shape;729;p57"/>
          <p:cNvSpPr/>
          <p:nvPr/>
        </p:nvSpPr>
        <p:spPr>
          <a:xfrm rot="5400000">
            <a:off x="5731432" y="-574447"/>
            <a:ext cx="2138100" cy="4341600"/>
          </a:xfrm>
          <a:prstGeom prst="roundRect">
            <a:avLst>
              <a:gd fmla="val 5925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30" name="Google Shape;730;p57"/>
          <p:cNvSpPr/>
          <p:nvPr/>
        </p:nvSpPr>
        <p:spPr>
          <a:xfrm>
            <a:off x="4815050" y="714700"/>
            <a:ext cx="2047800" cy="3780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1" name="Google Shape;731;p57"/>
          <p:cNvSpPr/>
          <p:nvPr/>
        </p:nvSpPr>
        <p:spPr>
          <a:xfrm rot="5400000">
            <a:off x="5697675" y="1710350"/>
            <a:ext cx="2205600" cy="4341600"/>
          </a:xfrm>
          <a:prstGeom prst="roundRect">
            <a:avLst>
              <a:gd fmla="val 5925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32" name="Google Shape;732;p57"/>
          <p:cNvSpPr/>
          <p:nvPr/>
        </p:nvSpPr>
        <p:spPr>
          <a:xfrm>
            <a:off x="4815050" y="2976975"/>
            <a:ext cx="2047800" cy="378000"/>
          </a:xfrm>
          <a:prstGeom prst="roundRect">
            <a:avLst>
              <a:gd fmla="val 500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p57"/>
          <p:cNvSpPr/>
          <p:nvPr/>
        </p:nvSpPr>
        <p:spPr>
          <a:xfrm>
            <a:off x="357725" y="2971932"/>
            <a:ext cx="2047800" cy="390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4" name="Google Shape;734;p57"/>
          <p:cNvSpPr/>
          <p:nvPr/>
        </p:nvSpPr>
        <p:spPr>
          <a:xfrm>
            <a:off x="4815050" y="714700"/>
            <a:ext cx="2047800" cy="3780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5" name="Google Shape;735;p57"/>
          <p:cNvSpPr/>
          <p:nvPr/>
        </p:nvSpPr>
        <p:spPr>
          <a:xfrm>
            <a:off x="357725" y="715875"/>
            <a:ext cx="2047800" cy="3780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6" name="Google Shape;736;p57"/>
          <p:cNvSpPr txBox="1"/>
          <p:nvPr>
            <p:ph idx="5" type="subTitle"/>
          </p:nvPr>
        </p:nvSpPr>
        <p:spPr>
          <a:xfrm>
            <a:off x="190423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1900"/>
              <a:t>Plan</a:t>
            </a:r>
            <a:endParaRPr sz="1900"/>
          </a:p>
        </p:txBody>
      </p:sp>
      <p:sp>
        <p:nvSpPr>
          <p:cNvPr id="737" name="Google Shape;737;p57"/>
          <p:cNvSpPr txBox="1"/>
          <p:nvPr>
            <p:ph idx="3" type="subTitle"/>
          </p:nvPr>
        </p:nvSpPr>
        <p:spPr>
          <a:xfrm>
            <a:off x="357425" y="718250"/>
            <a:ext cx="2048400" cy="378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rmAutofit fontScale="925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"/>
              <a:t>Milestone 1 (5/11)</a:t>
            </a:r>
            <a:endParaRPr/>
          </a:p>
        </p:txBody>
      </p:sp>
      <p:sp>
        <p:nvSpPr>
          <p:cNvPr id="738" name="Google Shape;738;p57"/>
          <p:cNvSpPr txBox="1"/>
          <p:nvPr>
            <p:ph idx="1" type="body"/>
          </p:nvPr>
        </p:nvSpPr>
        <p:spPr>
          <a:xfrm>
            <a:off x="172450" y="1093875"/>
            <a:ext cx="4341600" cy="1299600"/>
          </a:xfrm>
          <a:prstGeom prst="rect">
            <a:avLst/>
          </a:prstGeom>
        </p:spPr>
        <p:txBody>
          <a:bodyPr anchorCtr="0" anchor="t" bIns="180000" lIns="180000" spcFirstLastPara="1" rIns="180000" wrap="square" tIns="180000">
            <a:normAutofit/>
          </a:bodyPr>
          <a:lstStyle/>
          <a:p>
            <a:pPr indent="-90000" lvl="0" marL="180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" sz="1600"/>
              <a:t>Core UI pages</a:t>
            </a:r>
            <a:endParaRPr sz="1600"/>
          </a:p>
          <a:p>
            <a:pPr indent="-90000" lvl="0" marL="1800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" sz="1600"/>
              <a:t>Database</a:t>
            </a:r>
            <a:endParaRPr sz="1600"/>
          </a:p>
          <a:p>
            <a:pPr indent="-90000" lvl="0" marL="180000" rtl="0" algn="l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" sz="1600"/>
              <a:t>Google login</a:t>
            </a:r>
            <a:endParaRPr sz="1600"/>
          </a:p>
        </p:txBody>
      </p:sp>
      <p:sp>
        <p:nvSpPr>
          <p:cNvPr id="739" name="Google Shape;739;p57"/>
          <p:cNvSpPr txBox="1"/>
          <p:nvPr>
            <p:ph idx="6" type="subTitle"/>
          </p:nvPr>
        </p:nvSpPr>
        <p:spPr>
          <a:xfrm>
            <a:off x="4814750" y="717075"/>
            <a:ext cx="2048400" cy="378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rmAutofit fontScale="925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"/>
              <a:t>Milestone 2 (5/13)</a:t>
            </a:r>
            <a:endParaRPr/>
          </a:p>
        </p:txBody>
      </p:sp>
      <p:sp>
        <p:nvSpPr>
          <p:cNvPr id="740" name="Google Shape;740;p57"/>
          <p:cNvSpPr txBox="1"/>
          <p:nvPr>
            <p:ph idx="7" type="body"/>
          </p:nvPr>
        </p:nvSpPr>
        <p:spPr>
          <a:xfrm>
            <a:off x="4629775" y="1092700"/>
            <a:ext cx="4341600" cy="1299600"/>
          </a:xfrm>
          <a:prstGeom prst="rect">
            <a:avLst/>
          </a:prstGeom>
        </p:spPr>
        <p:txBody>
          <a:bodyPr anchorCtr="0" anchor="t" bIns="180000" lIns="180000" spcFirstLastPara="1" rIns="180000" wrap="square" tIns="180000">
            <a:normAutofit/>
          </a:bodyPr>
          <a:lstStyle/>
          <a:p>
            <a:pPr indent="-90000" lvl="0" marL="180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" sz="1600"/>
              <a:t>Admin dashboard</a:t>
            </a:r>
            <a:endParaRPr sz="1600"/>
          </a:p>
          <a:p>
            <a:pPr indent="-90000" lvl="0" marL="1800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" sz="1600"/>
              <a:t>User stats</a:t>
            </a:r>
            <a:endParaRPr sz="1600"/>
          </a:p>
          <a:p>
            <a:pPr indent="-90000" lvl="0" marL="180000" rtl="0" algn="l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" sz="1600"/>
              <a:t>Ratings / questions</a:t>
            </a:r>
            <a:endParaRPr sz="1600"/>
          </a:p>
        </p:txBody>
      </p:sp>
      <p:sp>
        <p:nvSpPr>
          <p:cNvPr id="741" name="Google Shape;741;p57"/>
          <p:cNvSpPr txBox="1"/>
          <p:nvPr>
            <p:ph idx="2" type="subTitle"/>
          </p:nvPr>
        </p:nvSpPr>
        <p:spPr>
          <a:xfrm>
            <a:off x="357425" y="2974373"/>
            <a:ext cx="2048400" cy="3906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rmAutofit fontScale="925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"/>
              <a:t>Milestone</a:t>
            </a:r>
            <a:r>
              <a:rPr lang="en"/>
              <a:t> 3 (5/20)</a:t>
            </a:r>
            <a:endParaRPr/>
          </a:p>
        </p:txBody>
      </p:sp>
      <p:sp>
        <p:nvSpPr>
          <p:cNvPr id="742" name="Google Shape;742;p57"/>
          <p:cNvSpPr txBox="1"/>
          <p:nvPr>
            <p:ph idx="4" type="body"/>
          </p:nvPr>
        </p:nvSpPr>
        <p:spPr>
          <a:xfrm>
            <a:off x="172250" y="3362400"/>
            <a:ext cx="4341600" cy="1299600"/>
          </a:xfrm>
          <a:prstGeom prst="rect">
            <a:avLst/>
          </a:prstGeom>
        </p:spPr>
        <p:txBody>
          <a:bodyPr anchorCtr="0" anchor="t" bIns="180000" lIns="180000" spcFirstLastPara="1" rIns="180000" wrap="square" tIns="180000">
            <a:normAutofit/>
          </a:bodyPr>
          <a:lstStyle/>
          <a:p>
            <a:pPr indent="-90000" lvl="0" marL="180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" sz="1600"/>
              <a:t>Backend logic</a:t>
            </a:r>
            <a:endParaRPr sz="1600"/>
          </a:p>
          <a:p>
            <a:pPr indent="-90000" lvl="0" marL="1800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" sz="1600"/>
              <a:t>AI tuning</a:t>
            </a:r>
            <a:endParaRPr sz="1600"/>
          </a:p>
          <a:p>
            <a:pPr indent="-90000" lvl="0" marL="180000" rtl="0" algn="l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" sz="1600"/>
              <a:t>Chat / Simulation / Calendar</a:t>
            </a:r>
            <a:endParaRPr sz="1600"/>
          </a:p>
        </p:txBody>
      </p:sp>
      <p:sp>
        <p:nvSpPr>
          <p:cNvPr id="743" name="Google Shape;743;p57"/>
          <p:cNvSpPr txBox="1"/>
          <p:nvPr>
            <p:ph idx="8" type="subTitle"/>
          </p:nvPr>
        </p:nvSpPr>
        <p:spPr>
          <a:xfrm>
            <a:off x="4814750" y="2979350"/>
            <a:ext cx="2048400" cy="378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rmAutofit fontScale="85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"/>
              <a:t>Milestone 4 (5/27)</a:t>
            </a:r>
            <a:endParaRPr/>
          </a:p>
        </p:txBody>
      </p:sp>
      <p:sp>
        <p:nvSpPr>
          <p:cNvPr id="744" name="Google Shape;744;p57"/>
          <p:cNvSpPr txBox="1"/>
          <p:nvPr>
            <p:ph idx="4294967295" type="body"/>
          </p:nvPr>
        </p:nvSpPr>
        <p:spPr>
          <a:xfrm>
            <a:off x="4697925" y="3361200"/>
            <a:ext cx="4273500" cy="1299600"/>
          </a:xfrm>
          <a:prstGeom prst="rect">
            <a:avLst/>
          </a:prstGeom>
        </p:spPr>
        <p:txBody>
          <a:bodyPr anchorCtr="0" anchor="t" bIns="180000" lIns="180000" spcFirstLastPara="1" rIns="180000" wrap="square" tIns="180000">
            <a:normAutofit/>
          </a:bodyPr>
          <a:lstStyle/>
          <a:p>
            <a:pPr indent="-90000" lvl="0" marL="180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" sz="1600"/>
              <a:t>Deployment</a:t>
            </a:r>
            <a:endParaRPr sz="1600"/>
          </a:p>
          <a:p>
            <a:pPr indent="-90000" lvl="0" marL="180000" rtl="0" algn="l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" sz="1600"/>
              <a:t>Beta release</a:t>
            </a:r>
            <a:endParaRPr sz="16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58"/>
          <p:cNvSpPr/>
          <p:nvPr/>
        </p:nvSpPr>
        <p:spPr>
          <a:xfrm>
            <a:off x="912237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50" name="Google Shape;750;p58"/>
          <p:cNvSpPr txBox="1"/>
          <p:nvPr>
            <p:ph type="title"/>
          </p:nvPr>
        </p:nvSpPr>
        <p:spPr>
          <a:xfrm>
            <a:off x="593175" y="486000"/>
            <a:ext cx="7916400" cy="274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</a:pPr>
            <a:br>
              <a:rPr lang="en"/>
            </a:br>
            <a:r>
              <a:rPr lang="en"/>
              <a:t>Thank you!</a:t>
            </a:r>
            <a:endParaRPr/>
          </a:p>
        </p:txBody>
      </p:sp>
      <p:sp>
        <p:nvSpPr>
          <p:cNvPr id="751" name="Google Shape;751;p58"/>
          <p:cNvSpPr txBox="1"/>
          <p:nvPr>
            <p:ph idx="3" type="subTitle"/>
          </p:nvPr>
        </p:nvSpPr>
        <p:spPr>
          <a:xfrm>
            <a:off x="1284638" y="2148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CSE416</a:t>
            </a:r>
            <a:endParaRPr/>
          </a:p>
        </p:txBody>
      </p:sp>
      <p:cxnSp>
        <p:nvCxnSpPr>
          <p:cNvPr id="752" name="Google Shape;752;p58"/>
          <p:cNvCxnSpPr/>
          <p:nvPr/>
        </p:nvCxnSpPr>
        <p:spPr>
          <a:xfrm rot="10800000">
            <a:off x="593700" y="3671900"/>
            <a:ext cx="794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ATEGIC PITCH PRESENTATION">
  <a:themeElements>
    <a:clrScheme name="Simple Light">
      <a:dk1>
        <a:srgbClr val="000000"/>
      </a:dk1>
      <a:lt1>
        <a:srgbClr val="FAFAFA"/>
      </a:lt1>
      <a:dk2>
        <a:srgbClr val="CCCCCC"/>
      </a:dk2>
      <a:lt2>
        <a:srgbClr val="F3F3F3"/>
      </a:lt2>
      <a:accent1>
        <a:srgbClr val="FBE2C4"/>
      </a:accent1>
      <a:accent2>
        <a:srgbClr val="FFCCE4"/>
      </a:accent2>
      <a:accent3>
        <a:srgbClr val="C0E9FF"/>
      </a:accent3>
      <a:accent4>
        <a:srgbClr val="D2FD78"/>
      </a:accent4>
      <a:accent5>
        <a:srgbClr val="FAEA32"/>
      </a:accent5>
      <a:accent6>
        <a:srgbClr val="CBB2FE"/>
      </a:accent6>
      <a:hlink>
        <a:srgbClr val="C0E9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